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1523.000 326.000,'0.064'-0.021,"0.103"-0.034,0.122-0.041,0.137-0.016,0.164-0.006,-0.031 0.028,0.109 0.005,0.587-0.024,0.284 0.017,-0.229 0.181,0.217 0.183,0.405 0.276,0.089 0.214,0.117 0.219,-0.093 0.107,-0.147 0.056,-0.176 0.018,0.081 0.284,-0.201 0.092,-0.729-0.607,-0.093 0.007,0.335 0.849,-0.289 0.017,-0.449-0.837,-0.068-0.013,-0.252 0.544,-0.368-0.013,-0.265-0.171,-0.304 0.005,-0.641 0.274,-0.304-0.116,0.642-0.642,-0.104-0.050,-0.899 0.316,-0.192-0.057,0.203-0.172,-0.012-0.057,-0.213 0.031,0.124-0.068,0.018-0.003,0.340-0.090,0.359-0.083,0.450-0.124,0.280-0.057,0.253-0.049,0.220-0.040,0.260-0.017,0.271 0.000,0.235 0.021,0.279 0.095,0.617 0.255,0.372 0.118,-0.357-0.178,0.152 0.078,0.337 0.190,0.052 0.069,-0.027 0.028,-0.082-0.003,0.333 0.353,-0.329-0.069,-0.350-0.121,-0.563-0.289,-0.214 0.005,-0.211 0.091,-0.280-0.039,-0.219-0.142,-0.188-0.042,-0.217 0.040,-0.125-0.051,-0.035-0.096,-0.040-0.059,-0.018-0.058,-0.002-0.054,-0.031-0.042,0.022-0.071,0.027-0.039,0.030-0.015,-0.102 0.024,0.050-0.052,-1.399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1588.000 344.000,'0.000'-0.039,"0.000"-0.061,0.000-0.070,0.000-0.070,0.000-0.064,0.000-0.056,0.000 0.046,0.000-0.009,0.000-0.002,0.000 0.002,0.000-0.028,0.000-0.015,0.000 0.070,0.000-0.016,0.000-0.168,0.000 0.012,0.000 0.029,0.000 0.037,0.000 0.039,0.000-0.149,0.000-0.071,0.000-0.023,0.000 0.091,0.000-0.002,-0.047 0.057,-0.078-0.002,-0.097-0.003,-0.106-0.004,-0.266-0.094,-0.146 0.010,-0.008 0.069,-0.076 0.005,-0.039 0.026,-0.011 0.040,-0.309-0.065,0.072 0.097,0.072 0.111,0.121 0.142,0.036 0.145,-0.003 0.196,0.126 0.182,0.187 0.150,0.109 0.215,0.116 0.145,0.114 0.089,0.106 0.045,0.094 0.013,0.032-0.813,0.286 1.381,0.096-0.158,0.138 0.120,0.121 0.082,0.103 0.050,0.109 0.049,0.108 0.046,0.079 0.018,0.054-0.003,0.150 0.177,-0.035-0.095,-0.163-0.282,-0.022-0.056,0.045 0.103,-0.070-0.059,-0.102-0.100,-0.118-0.124,-0.221-0.282,-0.083-0.031,0.031 0.507,-0.234-0.162,-0.199-0.700,-0.088-0.048,-0.274 0.296,-0.221-0.170,0.048-0.304,-0.116-0.048,-0.261 0.019,-0.090-0.078,-0.053-0.075,-0.024-0.069,0.004-0.085,-0.148-0.037,-0.708-0.012,-0.074-0.050,0.400-0.083,0.035-0.096,0.095-0.087,0.134-0.076,0.155-0.111,0.163-0.132,0.014-0.312,0.230-0.128,0.339 0.115,0.229-0.086,0.264-0.064,0.276-0.046,0.225-0.054,0.178-0.057,0.136-0.010,0.099 0.024,0.140 0.024,0.067 0.070,0.172-0.035,-0.044 0.099,-0.031 0.086,-0.144 0.152,-0.158 0.150,-0.156 0.138,-0.255 0.135,-0.111 0.036,0.454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1583.000 294.000,'-0.059'0.000,"-0.090"0.000,-0.100 0.000,-0.098 0.000,-0.087 0.000,-0.073 0.000,0.022 0.000,-0.004 0.000,0.009 0.000,0.020 0.000,-0.112 0.000,-0.313-0.015,-0.093-0.024,-0.049-0.029,-0.016-0.030,-0.163-0.029,-0.052-0.002,0.486 0.055,-0.034 0.004,-0.700-0.033,-0.139 0.017,0.256 0.028,-0.081 0.011,1.096 0.036,-0.876-0.017,-0.130 0.005,-0.958-0.002,-0.160 0.008,0.193-0.016,-0.070-0.035,-0.008-0.022,0.036-0.011,-0.211-0.017,0.120 0.004,0.403 0.020,0.143 0.010,-0.115 0.033,0.083 0.062,0.496 0.040,0.066 0.048,-0.316 0.142,0.061 0.122,0.218 0.078,0.023 0.134,-0.189 0.218,-0.037 0.111,-0.019 0.110,-0.005 0.103,0.572-0.346,0.037 0.028,-0.272 0.331,0.078 0.055,0.082 0.046,0.088 0.022,0.088 0.003,0.166-0.147,0.027 0.022,-0.047 0.201,0.083 0.035,-0.061 0.379,0.111-0.007,0.096-0.035,0.270-0.630,0.038 0.039,0.037 0.081,-0.039 0.789,0.070 0.130,0.093-0.148,0.079 0.087,0.099 0.362,0.096 0.076,0.053-0.185,0.045-0.115,0.031-0.157,0.019-0.177,0.026-0.188,0.063-0.017,0.172 0.242,0.138 0.060,-0.091-0.426,0.064 0.005,0.472 0.741,0.238 0.158,-0.023-0.206,0.100 0.035,0.778 0.872,0.159-0.087,0.125-0.250,0.218-0.115,0.121-0.197,-0.873-0.879,-0.027-0.140,0.592 0.188,0.045-0.225,-0.247-0.346,0.060-0.184,-0.195-0.209,0.163-0.061,1.517 0.066,0.510-0.118,0.260-0.114,0.076-0.105,0.126-0.092,0.152-0.078,-0.479-0.095,0.078-0.081,0.073-0.082,0.066-0.078,-0.013-0.120,-0.068-0.143,0.898-0.305,-0.439-0.151,-1.831 0.208,-0.298-0.051,0.139-0.259,-0.310-0.114,-0.331-0.124,-0.331-0.126,-0.096-0.260,-0.314-0.028,-0.425 0.195,-0.202 0.030,-0.182 0.040,-0.160 0.046,-0.136 0.047,-0.164 0.157,-0.060-0.033,-0.082 0.122,0.002-0.058,0.180-0.681,-0.019-0.096,-0.030-0.059,-0.035-0.030,-0.092-0.039,-0.046-0.229,-0.077 0.123,-0.036-0.148,0.002-0.837,-0.052-0.100,-0.100 0.307,-0.109-0.039,-0.203-0.886,-0.177-0.155,0.102 1.581,-0.085-0.002,-0.665-2.032,-0.232 0.088,0.561 2.036,-0.033 0.068,-0.491-0.912,-0.082 0.256,0.076 0.566,-0.087 0.261,-0.233 0.211,-0.185 0.213,-0.166 0.227,-0.144 0.227,-0.202 0.145,0.006 0.178,0.060 0.141,0.093 0.108,-0.045 0.085,0.065 0.110,0.519 0.145,0.040 0.053,-0.602 0.013,0.090 0.074,0.257 0.085,0.023 0.081,-5.873 1.000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1687.000 305.000,'0.000'0.265,"0.000"0.280,0.000 1.523,0.000 0.105,0.000 0.408,0.000 0.310,0.000 0.226,-0.030 0.557,-0.048 0.043,-0.013-0.471,-0.011-0.100,-0.017 0.235,0.004-0.190,-0.003-0.559,-0.029-0.223,-0.059 0.251,0.001-0.347,0.017-0.496,0.004-0.344,0.004-0.323,0.003-0.288,0.003-0.247,0.002-0.203,-0.533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1689.000 300.000,'0.027'-0.009,"0.041"-0.014,0.047-0.016,0.047-0.016,0.043-0.014,0.037-0.012,0.031-0.010,0.024-0.008,0.018-0.006,0.036 0.018,0.122 0.008,0.061 0.017,0.126 0.008,0.331 0.000,0.107 0.013,-0.157 0.039,0.071 0.046,0.019 0.062,-0.020 0.071,-0.046 0.073,0.266 0.494,-0.270 0.088,-0.039 0.223,0.055 0.359,-0.069 0.159,-0.245-0.287,-0.038 0.055,0.124 0.460,-0.052 0.034,-0.114-0.178,-0.030 0.035,-0.019 0.070,-0.066-0.092,-0.070-0.126,-0.070-0.143,-0.055-0.053,-0.066-0.112,-0.070 0.019,-0.106-0.234,-0.096-0.230,-0.061-0.293,-0.084-0.118,-0.087-0.102,-0.085-0.086,-0.059-0.049,-0.084-0.010,-0.260 0.012,-0.098-0.024,0.341-0.057,-0.009-0.009,-0.409 0.036,0.060 0.010,0.090 0.018,0.102 0.022,0.188-0.023,0.054-0.005,0.045-0.010,0.057-0.003,0.135-0.017,0.144-0.017,0.139-0.016,0.126-0.014,0.110-0.011,0.091-0.009,0.002-0.008,0.079-0.004,0.105 0.021,0.119 0.037,-0.027 0.028,0.038 0.042,0.221 0.195,0.067 0.157,0.248 0.334,-0.089 0.150,-0.104 0.098,-0.106 0.058,-0.346-0.341,-0.071-0.013,-0.072-0.002,-0.070 0.007,0.026 0.359,-0.115 0.008,-0.149-0.327,-0.071 0.036,-0.160 0.431,-0.186 0.022,-0.068-0.228,-0.098-0.053,-0.084-0.065,-0.070-0.069,0.077-0.216,-0.105 0.031,-0.612 0.394,-0.275-0.007,-0.001-0.153,-0.143-0.043,-0.637 0.147,-0.156-0.089,0.972-0.413,-0.009-0.027,-0.703 0.179,0.131-0.093,0.182-0.099,0.205-0.097,0.209-0.059,0.199-0.031,-2.101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1542.000 390.000,'-0.059'0.000,"-0.092"0.000,-0.107 0.000,-0.108 0.000,-0.101 0.000,0.003 0.047,-0.113 0.078,-0.163 0.104,-0.115 0.094,-0.101 0.088,-0.086 0.079,-0.215 0.151,-0.178 0.133,-0.057 0.137,-0.272 0.304,-0.510 0.563,-0.209 0.380,0.093 0.073,-0.206 0.330,-0.564 0.703,-0.182 0.303,0.644-0.636,-0.121 0.174,-0.835 0.963,-0.301 0.342,-0.679 0.716,0.003-0.075,0.593-0.746,0.105-0.240,-0.222 0.109,0.370-0.459,1.434-1.436,0.157-0.175,-1.263 1.107,0.605-0.678,0.694-0.706,0.493-0.501,0.425-0.419,0.349-0.335,0.273-0.255,0.474-1.000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1434.000 494.000,'0.000'0.062,"0.000"0.100,0.000 0.119,0.000 0.124,0.000 0.120,0.000 0.884,0.000 0.524,-0.045 0.367,-0.068 0.239,-0.015-0.151,-0.007 0.022,0.043-0.713,0.005 0.037,-0.019 0.233,-0.015-0.072,-0.021-0.109,-0.048 0.268,0.006-0.229,0.017-0.244,0.030-0.247,0.042-0.284,0.043-0.260,0.041-0.225,0.036-0.186,0.031-0.147,0.025-0.110,0.019-0.079,0.432 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1471.000 489.000,'0.018'-0.028,"0.029"-0.043,0.033-0.050,0.034-0.051,0.032-0.047,0.028-0.042,0.024-0.035,0.019-0.028,-0.046 0.045,-0.010-0.025,0.002-0.072,-0.022-0.030,-0.034 0.025,-0.018-0.020,-0.005-0.130,-0.023-0.017,-0.018 0.217,0.017-0.006,0.048-0.146,0.011 0.009,0.001 0.018,-0.006 0.024,-0.004-0.011,-0.014 0.007,-0.008-0.036,-0.019 0.019,-0.017 0.021,-0.077 0.050,-0.106-0.002,-0.167-0.053,-0.150-0.011,0.002 0.107,-0.088 0.028,-0.229-0.061,-0.042 0.002,0.320 0.160,-0.002 0.014,-0.173-0.011,-0.081 0.024,-0.358 0.017,-0.123 0.088,-0.040 0.124,0.018 0.141,0.183 0.141,0.058 0.194,-0.028 0.238,0.112 0.102,0.116 0.048,0.111 0.008,0.169-0.069,0.090 0.054,0.084 0.043,0.076 0.034,0.067 0.002,0.057-0.021,0.072 0.103,0.095-0.074,0.095-0.172,0.111-0.059,0.186-0.077,0.231-0.087,0.076-0.106,0.145-0.006,0.603 0.160,0.114-0.075,-0.297-0.169,0.000-0.059,0.114-0.031,-0.085-0.067,-0.230-0.073,-0.087-0.041,0.103-0.025,-0.150-0.042,-0.141-0.031,-0.188-0.020,-0.094-0.012,-0.080-0.008,-0.066-0.004,-0.016 0.027,-0.093 0.052,-0.081 0.059,-0.066 0.059,-0.051 0.053,-0.037 0.045,-0.026 0.036,-0.017 0.028,-0.014-0.131,-0.025 0.039,-0.072 0.242,-0.059 0.209,-0.033 0.234,-0.014 0.240,-0.057 0.412,-0.033 0.205,0.008 0.055,0.014 0.074,0.026 0.037,0.001-0.079,-0.001 0.056,0.011 0.043,0.007 0.080,0.029-0.113,0.031-0.155,0.032-0.176,0.025-0.079,0.031-0.149,0.032-0.275,0.018-0.115,0.074 2.000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1489.000 466.000,'-0.152'-0.030,"-0.231"-0.045,-0.257-0.050,-0.251-0.049,-0.224-0.044,-0.188-0.037,-0.150-0.029,-0.113-0.022,-0.081-0.016,-0.054-0.011,-0.033-0.007,-0.018-0.003,-0.007-0.001,0.000 0.000,0.005 0.001,0.007 0.001,0.008 0.002,0.007 0.001,0.007 0.001,0.005 0.001,0.004 0.001,0.003 0.001,0.002 0.000,0.002 0.000,-0.243 0.081,-0.377 0.029,-0.265 0.033,-0.174 0.034,-0.396 0.022,0.029 0.035,1.304 0.051,0.048 0.010,-1.100 0.035,0.122 0.076,0.912 0.036,0.075 0.075,-0.167 0.114,0.082 0.073,0.028 0.081,-0.011 0.084,-0.220 0.170,0.040 0.087,-0.189 0.176,0.038 0.059,0.277-0.074,0.064 0.022,0.463-0.225,0.055-0.015,0.053-0.002,0.049 0.008,-0.333 0.327,0.041 0.044,0.387-0.234,0.062 0.015,-0.191 0.280,0.119 0.006,0.118 0.053,0.110 0.082,0.177-0.141,0.066-0.028,0.078-0.050,0.083-0.064,0.048-0.015,0.066-0.083,0.053-0.081,0.041-0.075,0.032-0.029,0.048-0.065,0.056-0.095,-0.006 0.057,-0.043 0.247,0.014 0.019,0.037-0.087,0.019 0.018,0.019 0.020,0.019 0.021,0.005 0.253,0.025 0.010,0.029-0.346,0.009 0.006,0.005 0.279,0.010 0.057,0.031-0.080,0.043 0.054,0.073 0.182,0.066 0.010,-0.007-0.280,0.039 0.025,0.280 0.451,0.172 0.116,0.123 0.034,0.082-0.025,-0.097-0.286,0.071 0.025,0.563 0.635,0.165-0.007,-0.255-0.449,0.052-0.061,0.090-0.019,0.112 0.011,0.589 0.384,0.146-0.018,-0.398-0.369,0.075 0.025,-0.458-0.392,0.059-0.029,1.959 0.789,0.334-0.160,0.075-0.214,-0.872-0.518,-0.289-0.236,0.117-0.112,0.630-0.049,0.218-0.126,0.166-0.111,0.121-0.095,0.613-0.070,0.031-0.078,0.386-0.062,-0.279-0.049,-0.721-0.047,-0.464-0.049,-0.477-0.047,-0.297-0.133,-0.235-0.136,-0.493-0.100,-0.197-0.174,-0.184-0.138,-0.166-0.106,0.073-0.247,-0.064-0.105,-0.150-0.020,-0.105-0.048,-0.109-0.031,-0.366 0.377,0.681-0.830,0.103-0.071,-0.430 0.551,0.094-0.042,0.982-1.024,0.116-0.182,-0.190 0.119,-0.130 0.009,0.027-0.164,-0.296 0.262,-0.106 0.018,-0.069-0.074,-0.209 0.115,-0.221 0.138,-0.218 0.146,-0.071-0.292,-0.188-0.004,-0.305 0.696,-0.079-0.036,-0.044-0.290,-0.081-0.037,-0.068-0.002,-0.056 0.023,-0.068 0.063,-0.073 0.088,-0.273-0.410,-0.182 0.161,0.074 0.734,-0.077 0.111,-0.517-0.394,-0.183 0.337,0.518 0.686,-0.030 0.091,-0.426-0.100,-0.039 0.117,0.095 0.142,-0.045 0.078,-0.323 0.000,0.007 0.030,0.591 0.116,0.007 0.014,-0.280-0.039,0.007-0.014,-0.126-0.054,0.024-0.037,0.190 0.023,0.072 0.006,0.081 0.016,0.052 0.022,-0.125-0.048,0.086-0.017,0.226 0.059,0.044 0.014,-1.792 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1550.000 492.000,'0.000'0.009,"-0.015"0.271,-0.024 0.220,-0.029 0.194,-0.030 0.164,-0.071 0.329,-0.074 0.388,-0.142 0.720,-0.112 0.486,0.065-0.447,-0.037 0.115,-0.223 1.156,0.037-0.087,0.214-1.155,0.011-0.106,-1.923 9.000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1559.000 481.000,'0.037'0.000,"0.060"0.000,0.072 0.000,0.075 0.000,0.072 0.000,0.110 0.000,0.143 0.000,0.033 0.000,0.088 0.000,0.214 0.000,0.122 0.000,0.250 0.000,0.104 0.000,-0.538 0.000,0.015 0.000,0.766 0.000,-0.024 0.000,-0.721 0.053,0.035 0.093,0.380 0.360,0.017 0.292,0.172 0.451,-0.105 0.216,-0.136 0.135,-0.302-0.097,-0.219-0.116,-0.102 0.058,0.063 0.675,-0.179-0.047,-0.185-0.416,-0.093-0.135,-0.076-0.148,-0.061-0.149,-0.062-0.431,-0.043-0.063,0.002-0.492,-0.263 0.763,-0.154-0.079,-0.194-0.007,-0.096-0.113,-0.057-0.107,-0.016-0.120,0.011-0.119,-0.009-0.073,-0.021-0.038,-0.027-0.050,0.090-0.073,0.019-0.043,-0.048-0.029,0.042-0.042,0.057-0.019,0.147-0.011,0.156-0.001,0.147 0.006,0.130 0.010,0.108 0.011,0.085 0.011,0.064 0.010,0.046 0.009,0.031 0.007,0.019 0.005,0.010 0.004,0.004 0.003,-0.047-0.022,0.080 0.055,0.296 0.213,0.496 0.425,0.253 0.295,-0.354-0.247,0.019 0.071,0.243 0.290,-0.030 0.014,-0.051-0.022,-0.381-0.389,0.420 0.502,-0.156-0.096,-0.385-0.447,-0.057-0.085,0.082 0.056,-0.089-0.145,-0.081-0.135,-0.071-0.120,-0.042-0.097,-0.044-0.091,-0.031-0.072,-0.110-0.060,0.151-0.021,-0.001-0.033,-0.012-0.021,-0.019-0.012,-0.022-0.005,0.776 0.000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1619.000 379.000,'0.119'0.053,"0.210"0.093,0.646 0.290,0.595 0.269,1.344 0.644,0.799 0.421,-0.780-0.354,0.360 0.189,1.492 0.880,0.808 0.511,1.362 0.866,0.302 0.310,-0.775-0.353,-0.071 0.040,-0.164-0.012,-0.223-0.048,-0.254-0.119,-0.264-0.164,0.935 0.548,-0.499-0.401,-1.555-0.999,-0.350-0.244,0.098-0.032,-0.372-0.339,-0.653-0.482,-0.172-0.231,-0.477-0.287,-0.081-0.074,0.647 0.159,0.006-0.119,-0.335-0.201,0.016-0.077,-0.022-0.090,-0.049-0.095,0.188-0.019,-0.205-0.062,-0.119-0.043,-0.386-0.083,-0.390-0.078,-0.365-0.070,-0.324-0.059,-0.274-0.048,-0.223-0.038,-0.174-0.028,-0.107-0.007,-0.037 0.008,-0.001 0.016,0.023 0.020,0.037 0.022,0.070 0.025,0.010-0.001,-0.003-0.009,-0.011-0.014,-0.022 0.000,-0.022 0.010,-0.022 0.014,-0.021 0.016,-0.018 0.016,0.523 0.000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1797.000 453.000,'-0.037'0.074,"-0.058"0.115,-0.067 0.134,-0.068 0.135,-0.063 0.127,-0.056 0.112,0.005-0.037,-0.054 0.065,-0.057 0.060,-0.055 0.053,-0.003 0.038,-0.023 0.115,-0.115 0.318,-0.054 0.202,0.224-0.337,-0.009 0.139,-0.388 1.433,0.090 0.049,0.281-0.855,0.071-0.134,0.093-0.077,0.141-0.211,0.149-0.214,0.146-0.204,0.174-0.242,0.209-0.167,0.221-0.151,0.219-0.133,0.515-0.076,0.188-0.138,-0.581-0.114,0.091-0.031,1.484-0.044,0.294-0.050,0.077-0.027,-0.562 0.008,-0.085-0.001,-0.170 0.003,-0.220 0.005,-0.173-0.026,-0.300-0.040,-0.370-0.025,-0.175-0.044,-0.097-0.082,-0.194-0.053,-0.119-0.111,-0.190-0.022,-0.145-0.003,-0.586-1.000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1816.000 463.000,'-0.134'0.267,"-0.202"0.405,0.019-0.015,-0.060 0.160,-0.096 0.193,-0.117 0.208,-0.173 0.356,-0.052 0.133,-0.016 0.138,0.009 0.132,0.198-0.402,0.016 0.025,-0.192 0.790,0.103-0.072,0.102-0.148,0.125-0.305,0.116-0.332,0.100-0.322,0.083-0.291,0.065-0.248,0.049-0.202,0.035-0.157,0.024-0.117,0.015-0.082,0.008-0.054,0.003-0.032,0.102 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1840.000 456.000,'0.000'0.110,"0.000"0.173,0.000 0.074,0.000 0.078,-0.018-0.045,-0.031 0.061,-0.049 0.237,-0.018 0.092,0.023-0.128,0.001 0.046,-0.043 0.601,0.018 0.184,0.033-0.512,-0.022 0.022,-0.041 0.224,-0.005-0.017,0.005-0.036,0.011-0.047,0.021-0.077,0.015 0.014,0.024-0.090,0.012 0.069,-0.009 1.076,0.022 0.237,0.018 0.033,0.016-0.601,0.006 0.380,0.007-0.163,0.005-0.215,0.002-0.448,0.001-0.183,0.001-0.175,0.000-0.160,0.023 0.000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1841.000 432.000,'-0.041'-0.014,"-0.065"-0.022,-0.076-0.025,-0.078-0.026,-0.074-0.025,-0.083-0.072,0.017-0.062,0.000 0.009,0.053 0.053,-0.035 0.013,-0.038 0.017,-0.264-0.008,-0.063 0.041,-0.134 0.024,0.021 0.028,-0.062 0.016,-0.165-0.010,-0.137-0.028,-0.323-0.031,-0.142-0.006,0.097 0.017,-0.084 0.007,-0.274 0.000,-0.017 0.015,0.231 0.022,0.020 0.012,-0.213 0.007,-0.004 0.012,-0.173 0.009,0.083 0.010,0.104 0.008,0.002 0.155,-0.133 0.125,0.159 0.071,-0.054 0.103,-0.041 0.076,-0.030 0.053,-0.573 0.271,-0.038 0.130,0.563-0.141,0.053 0.047,0.015 0.039,-0.013 0.031,-0.009 0.025,-0.005 0.019,-0.197 0.171,0.111 0.052,0.322-0.118,0.076 0.008,0.281-0.120,0.066 0.032,-0.678 0.816,0.017 0.218,0.650-0.568,0.045 0.037,-0.178 0.339,0.141-0.037,0.158-0.070,0.160-0.088,0.046 0.123,0.222-0.204,0.314-0.525,0.058-0.003,-0.056 0.518,0.110 0.073,0.176-0.620,0.032 0.070,0.052 0.756,0.150 0.178,0.165-0.109,0.206 0.111,0.527 0.313,0.448 0.206,0.418 0.097,0.377 0.015,0.662 0.277,0.270-0.124,0.527 0.076,0.030-0.292,-0.781-0.739,-0.050-0.220,0.290-0.031,-0.083-0.197,0.143-0.086,-0.264-0.229,-0.287-0.203,-0.302-0.305,0.193-0.117,0.811-0.010,0.012-0.080,-0.056-0.079,-0.096-0.073,-0.740-0.088,-0.091-0.036,0.687-0.021,0.327-0.081,-0.068-0.099,-1.575-0.013,-0.054-0.080,0.743-0.283,-0.129-0.160,-0.341-0.033,-0.058-0.089,0.033-0.193,0.002-0.164,0.189-0.280,-0.105-0.072,-0.354 0.145,-0.147 0.003,0.027-0.113,-0.145 0.090,-0.228 0.173,-0.153 0.104,-0.148 0.102,-0.137 0.095,-0.224 0.210,-0.087 0.049,0.059-0.214,-0.082 0.015,-0.196 0.332,-0.029 0.008,0.062-0.517,-0.008-0.224,-0.043 0.000,-0.021-0.109,-0.023-0.087,-0.024-0.067,-0.013-0.275,-0.027-0.078,-0.024-0.033,-0.020-0.002,-0.019 0.222,-0.011 0.017,-0.009-0.572,-0.011 0.081,-0.002 1.000,-0.001 0.037,-0.004-0.494,-0.001 0.030,-0.001-0.106,0.000 0.088,-0.009 0.654,-0.023 0.024,-0.067-0.262,-0.057 0.026,-0.080 0.000,-0.092-0.019,-0.199-0.219,-0.071 0.139,0.164 0.412,-0.016 0.031,-0.105-0.102,0.012 0.075,0.025 0.081,0.032 0.080,-0.005 0.063,0.016 0.101,0.113 0.143,0.000 0.024,-0.158-0.053,-0.019 0.027,0.005 0.023,0.021 0.018,0.003 0.001,0.046 0.018,0.049 0.016,0.047 0.014,0.043 0.011,-0.619 0.000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1921.000 431.000,'-0.021'0.064,"-0.034"0.103,-0.041 0.122,-0.042 0.126,-0.040 0.121,-0.037 0.110,-0.028 0.340,0.010 0.373,0.038 0.005,-0.020 0.322,0.024 0.048,0.004 0.275,-0.108 1.098,-0.044 0.595,-0.015 0.391,0.006 0.227,-0.018 0.576,0.039-0.178,0.046-0.342,0.048-0.433,0.062-0.832,0.034-0.403,0.052-0.157,0.081-0.457,0.910 2.000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1927.000 430.000,'0.037'0.000,"0.058"0.000,0.067 0.000,0.068 0.000,0.063 0.000,0.056 0.000,0.047 0.000,0.038 0.000,0.007 0.000,0.039 0.000,0.038 0.000,-0.009 0.000,0.093 0.000,0.109 0.024,0.115 0.039,0.373 0.096,0.303 0.084,0.388 0.096,0.169 0.052,0.094 0.032,-0.070 0.014,-0.006 0.059,-0.079 0.066,0.089 0.156,-0.203 0.075,-0.406-0.038,-0.210 0.047,-0.157 0.098,-0.223 0.039,-0.202 0.030,-0.176 0.023,-0.138 0.196,-0.135 0.141,-0.105 0.297,-0.102-0.077,-0.065-0.149,-0.035-0.397,-0.052-0.057,-0.078-0.062,-0.093-0.062,-0.266 0.113,-0.192-0.091,-0.069-0.122,-0.138-0.009,-0.039-0.117,-0.175-0.055,0.040-0.099,-0.093-0.021,-1.010 0.175,-0.094-0.049,0.082-0.048,0.555-0.133,0.158-0.028,0.192-0.024,0.205-0.020,0.880-0.224,-0.850 0.246,0.328-0.058,0.318-0.057,0.285-0.052,0.239-0.044,0.191-0.036,0.145-0.028,0.105-0.020,0.071-0.014,0.044-0.009,0.024-0.005,0.010-0.002,-0.055 0.032,0.091 0.049,0.080 0.059,0.068 0.062,-0.025 0.027,0.081 0.047,0.220 0.090,0.097 0.047,-0.254-0.048,-0.006 0.054,0.237 0.248,-0.064 0.140,-0.298-0.112,-0.048 0.060,0.146 0.331,-0.076 0.106,-0.032 0.206,-0.140 0.020,-0.224-0.292,-0.085-0.013,-0.077-0.014,-0.069-0.014,-0.059-0.037,-0.050-0.052,-0.067 0.048,-0.087-0.083,-0.063-0.147,-0.067-0.020,-0.044-0.119,-0.078-0.022,-0.223 0.148,-0.122-0.041,-0.347 0.104,-0.177-0.012,0.443-0.348,-0.012-0.009,-0.343 0.173,0.011-0.065,0.030-0.077,0.099-0.062,-0.020-0.014,0.051-0.052,0.057-0.057,0.058-0.057,-0.014-0.045,0.010-0.054,0.060-0.056,-0.056-0.032,-0.073-0.027,-0.082-0.022,-0.226-0.017,-0.177-0.013,-0.086-0.010,-0.017-0.007,-0.460-0.012,0.198-0.003,0.250 0.001,0.259 0.003,-1.183 0.000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1475.000 541.000,'0.080'0.032,"0.123"0.049,0.141 0.056,0.140 0.056,0.129 0.052,0.231 0.069,0.390 0.145,0.054 0.064,0.753 0.367,0.528 0.285,1.068 0.580,0.634 0.399,0.557 0.418,0.475 0.412,1.162 0.835,0.340 0.353,-0.362-0.081,-0.159 0.046,-0.271-0.028,-0.335-0.079,-0.501-0.216,-0.057 0.094,0.552 0.639,-0.129 0.128,-1.304-0.993,-0.027 0.064,1.724 1.612,0.267 0.255,-0.674-0.564,-0.085-0.007,0.229 0.265,-0.321-0.271,-0.369-0.336,-0.599-0.545,1.230 1.209,-0.483-0.422,-0.864-0.877,-0.495-0.499,-0.521-0.509,-0.970-0.941,-0.288-0.310,-0.460-0.424,-0.195-0.162,-0.969-0.886,1.258 1.097,-0.320-0.312,-0.279-0.258,0.607 0.000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1643.000 692.000,'0.032'0.000,"0.049"0.000,0.055 0.000,0.054 0.000,0.049 0.000,0.042 0.000,0.034 0.000,0.026 0.000,0.031 0.000,0.112 0.000,0.129 0.000,0.141 0.000,0.184 0.000,-0.112 0.000,0.096 0.000,0.506 0.089,0.139 0.085,-0.150 0.041,-0.026 0.057,-0.084 0.075,-0.121 0.084,0.074 0.243,-0.235 0.111,-0.417-0.193,-0.104 0.047,-0.046 0.261,-0.185 0.059,-0.201 0.043,-0.199 0.029,-0.102-0.218,-0.144 0.015,-0.271 0.141,-0.218 0.018,-0.185-0.010,-0.153-0.030,-0.493 0.244,-0.109 0.028,0.500-0.382,-0.056-0.025,-0.255 0.053,-0.038-0.085,0.027-0.074,0.073-0.062,-0.338 0.100,0.325-0.151,0.345-0.144,0.326-0.127,0.286-0.105,0.236-0.083,0.185-0.062,0.137-0.044,0.096-0.029,0.063-0.017,0.033 0.016,0.085 0.024,0.097 0.032,0.201 0.081,0.076 0.071,-0.142-0.029,0.048 0.036,0.135 0.087,-0.016 0.026,-0.044 0.014,-0.062 0.005,0.011 0.063,0.015 0.064,-0.117-0.060,0.006 0.055,0.071 0.193,0.006 0.106,0.039 0.175,-0.050 0.027,-0.023 0.074,-0.085-0.084,-0.083-0.110,-0.076-0.118,-0.066-0.115,-0.118-0.165,-0.120-0.061,-0.133-0.050,-0.135-0.039,-0.238-0.007,-0.145-0.060,0.261-0.114,-0.023-0.019,-0.224 0.060,0.008 0.004,0.030-0.006,0.043-0.013,-0.038 0.003,0.081-0.026,0.080-0.026,0.073-0.024,0.064-0.021,-0.502-1.000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1681.000 700.000,'0.000'0.111,"0.000"0.169,0.000 0.188,0.000 0.183,-0.030 0.006,-0.048 0.135,-0.013 0.017,-0.011 0.107,-0.047 0.246,-0.044 0.109,-0.018 0.117,0.000 0.116,0.034-0.106,0.016 0.049,0.003 0.168,0.026-0.075,0.025-0.113,0.023-0.132,0.031-0.371,0.011-0.077,0.031-0.604,-0.023 0.955,0.014 0.006,0.010-0.031,0.007-0.097,0.006 0.318,0.004-0.022,0.002-0.066,0.000-0.183,0.000-0.043,-0.002-0.261,0.000-0.009,0.001 0.202,-0.001-0.051,-0.001-0.077,-0.001-0.090,-0.001-0.093,-0.001-0.090,0.017-0.035,0.026-0.163,0.029-0.153,0.029-0.133,0.026-0.110,0.022-0.086,0.018-0.064,0.014-0.045,0.010-0.030,0.007-0.018,0.549 0.000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1688.000 680.000,'-0.031'-0.023,"-0.047"-0.035,-0.053-0.040,-0.052-0.039,-0.047-0.036,-0.040-0.030,-0.033-0.024,-0.025-0.019,-0.018-0.014,-0.013-0.010,-0.008-0.006,0.103 0.086,-0.045-0.018,-0.309-0.109,-0.207-0.065,-0.300-0.113,-0.125-0.045,-0.070 0.002,-0.028 0.033,0.002 0.053,0.022 0.063,0.457 0.145,0.009 0.006,-0.565-0.129,0.036 0.046,0.311 0.098,0.027 0.035,-0.002 0.034,-0.022 0.031,-0.012 0.004,-0.005-0.015,-0.314-0.022,-0.096 0.006,-0.020-0.002,0.032-0.007,0.066-0.010,0.085-0.012,0.186 0.022,0.010 0.009,-0.033 0.014,-0.062 0.016,-0.033 0.017,-0.011 0.017,-0.183 0.010,-0.018 0.018,0.339 0.041,0.013 0.039,-0.143 0.064,0.026 0.063,-0.237 0.096,-0.026 0.068,0.201 0.010,0.062 0.040,0.056 0.035,0.049 0.030,-0.061 0.085,0.097 0.020,0.203-0.026,0.076 0.047,-0.001 0.054,-0.056 0.057,-0.168 0.244,-0.036 0.204,0.070 0.042,0.034 0.050,0.049 0.011,0.057-0.017,0.177-0.209,0.006 0.021,-0.243 0.620,0.052 0.148,0.091 0.048,0.329-0.608,-0.123 0.704,0.109 0.039,0.133-0.195,0.073 0.027,0.049 0.231,0.069-0.026,0.068-0.473,0.028-0.022,0.097 0.609,0.148-0.067,0.020-0.636,0.085 0.004,0.253 0.352,0.172 0.094,0.261 0.326,0.117 0.052,0.103-0.039,0.088-0.098,0.298 0.204,-0.012-0.223,-0.056-0.228,-0.423-0.606,-0.036-0.137,0.097 0.039,-0.033-0.047,-0.030-0.068,-0.026-0.078,-0.250-0.261,-0.003-0.043,0.263 0.044,0.148-0.044,0.303 0.003,0.100-0.092,-0.134-0.138,0.034-0.074,0.220-0.014,0.005-0.029,-0.204-0.064,-0.009-0.033,0.242-0.016,0.076-0.040,0.030-0.006,-0.003 0.017,-0.398-0.036,0.052-0.004,0.700 0.038,-0.066-0.022,-0.128-0.024,-0.012-0.024,-0.830-0.045,-0.005-0.008,0.383 0.001,-0.039-0.011,-0.234-0.011,-0.042-0.006,0.422-0.004,-0.164-0.007,-0.546-0.021,-0.083-0.033,0.322-0.085,-0.178-0.021,-0.518 0.059,-0.037-0.021,0.300-0.135,-0.057-0.004,-0.040 0.019,-0.147 0.007,0.016-0.050,0.080-0.094,-0.001-0.047,-0.101 0.026,-0.047-0.012,-0.056-0.005,-0.013-0.031,0.030-0.072,-0.027 0.005,-0.028 0.019,-0.028 0.027,-0.056 0.054,-0.042 0.028,-0.043 0.026,-0.042 0.024,-0.041-0.008,0.007-0.056,0.072-0.218,0.036-0.094,-0.021 0.015,-0.006-0.060,0.071-0.273,0.023-0.052,-0.084 0.292,0.020-0.049,0.122-0.446,-0.021-0.035,-0.146 0.527,0.007-0.005,0.109-0.419,-0.021-0.002,-0.037 0.168,0.009 0.049,-0.007-0.012,-0.018-0.008,-0.012-0.029,-0.033 0.066,-0.034 0.085,-0.033 0.093,-0.026 0.014,-0.031 0.029,-0.031 0.042,-0.017-0.091,-0.014-0.074,-0.011-0.058,-0.033-0.044,-0.046-0.032,-0.075-0.185,-0.067-0.057,-0.027 0.122,-0.048-0.006,-0.092-0.186,-0.071-0.164,-0.153-0.305,-0.090-0.032,0.045 0.241,-0.008 0.070,0.009 0.090,-0.010 0.037,-0.200-0.392,0.102 0.193,0.365 0.787,0.016 0.058,-0.176-0.295,0.052 0.157,0.054 0.150,0.051 0.134,0.046 0.115,0.093 0.109,0.038-0.009,-0.031-0.115,-0.006-0.012,-0.028-0.028,-0.012 0.021,-0.012 0.029,0.008 0.068,0.008 0.069,0.011 0.071,0.013 0.067,0.012 0.059,-0.563 0.000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1733.000 662.000,'0.000'0.009,"0.025"0.362,0.038 0.305,0.045 0.268,0.006 0.346,0.005 0.340,-0.004 0.252,-0.009 0.177,-0.022-0.160,-0.011 0.030,0.000 0.521,-0.017-0.008,-0.024-0.751,-0.006-0.003,-0.004 0.230,-0.006-0.028,-0.005-0.038,-0.004-0.044,-0.004 0.535,-0.004-0.098,-0.002-0.109,-0.001 0.043,0.000 0.051,0.000-0.034,0.003-1.312,-0.002 1.109,0.000-0.087,0.000-0.143,0.001-0.172,0.000 0.009,0.000-0.328,0.000-0.314,0.000-0.278,0.000-0.232,0.000-0.184,0.000-0.139,0.000-0.100,0.000-0.067,0.000-0.041,0.000-0.022,0.000-0.008,0.000 0.001,0.000 0.006,0.000 0.009,0.000 0.010,0.000 0.010,0.000 0.009,0.000 0.007,0.000 0.006,0.000 0.005,0.000 0.003,0.000 0.002,0.020-0.055,0.031-0.088,0.036-0.100,0.035-0.100,0.596-1.000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1737.000 649.000,'0.030'-0.010,"0.047"-0.016,0.053-0.018,0.053-0.018,0.048-0.016,0.042-0.014,0.034-0.011,0.027-0.009,0.004-0.041,0.074-0.089,0.022-0.009,0.075-0.014,0.013 0.035,0.093 0.010,0.641-0.038,0.329 0.032,0.173 0.050,0.057 0.059,-0.025 0.062,-0.079 0.060,-0.266 0.055,-0.075 0.060,0.112 0.151,-0.039 0.165,-0.370-0.009,-0.058 0.086,0.157 0.283,-0.159 0.104,-0.308-0.136,-0.070 0.074,-0.459-0.589,0.361 0.778,-0.076 0.112,0.010 0.516,-0.110 0.149,-0.126 0.052,-0.129-0.016,-0.132-0.253,-0.132-0.062,-0.181-0.093,-0.207-0.110,-0.474 0.148,-0.288-0.189,0.259-0.473,-0.152-0.077,-0.358-0.005,-0.153-0.112,-0.325-0.061,-0.028-0.127,0.030-0.111,0.067-0.094,0.500-0.078,0.063-0.009,-0.214 0.005,0.020-0.017,-0.116 0.022,0.129 0.026,-0.066 0.042,0.251-0.012,0.244-0.024,0.378-0.041,0.302-0.026,0.299-0.025,0.276-0.022,0.242-0.019,0.204-0.016,0.164-0.012,-0.078-0.010,0.157-0.004,0.848-0.005,0.273-0.005,-0.445 0.016,0.064 0.026,0.052 0.032,0.041 0.067,0.031 0.088,0.023 0.099,0.220 0.170,-0.017 0.118,-0.235 0.013,-0.026 0.076,-0.047 0.068,-0.061 0.059,-0.258-0.029,-0.079 0.099,0.167 0.445,-0.193 0.107,-0.285-0.125,-0.152 0.010,-0.091 0.156,-0.158-0.037,-0.134-0.082,-0.110-0.107,-0.140-0.234,-0.133-0.091,-0.163-0.086,-0.176-0.078,-0.304 0.010,-0.249-0.076,-0.231-0.064,-0.205-0.052,0.148-0.139,-0.201 0.015,-0.476 0.083,-0.243 0.009,-0.213-0.020,-0.181-0.040,-0.836 0.081,-0.061-0.035,1.104-0.195,0.100-0.036,-0.140-0.004,0.217-0.050,0.141-0.038,0.287-0.050,0.278-0.044,0.258-0.037,0.137-0.039,0.259-0.049,0.213-0.044,0.169-0.037,0.128-0.031,0.092-0.024,0.068-0.071,0.071-0.059,0.049-0.057,0.031-0.051,0.027 0.061,0.036-0.013,0.039-0.010,0.908-1.000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1417.000 544.000,'-0.050'0.000,"-0.079"0.000,-0.094 0.000,-0.097 0.000,-0.011 0.036,-0.131 0.062,-0.290 0.164,-0.242 0.189,-0.552 0.378,-0.465 0.347,-0.189 0.235,-0.449 0.430,-0.519 0.482,-0.210 0.251,-0.099 0.157,-0.017 0.083,-0.780 0.738,-0.195 0.261,1.742-1.447,-0.083 0.118,-1.652 1.540,-0.169 0.200,-1.990 1.611,-0.302 0.198,0.473-0.452,0.740-0.662,0.196-0.185,-0.338 0.281,0.313-0.268,1.379-1.189,0.271-0.244,-0.568 0.497,0.403-0.309,0.115-0.161,0.974-0.845,0.225-0.196,-0.215 0.212,0.203-0.141,-0.115 0.106,0.456-0.413,0.455-0.427,0.563-0.511,0.197-0.210,0.271-0.234,0.119-0.102,0.075-0.077,0.041-0.055,-0.008 0.010,0.095-0.029,0.019 0.029,0.062-0.009,0.211-0.181,-0.017 0.006,-0.265 0.220,-0.062 0.056,0.047-0.057,-0.013-0.020,-0.047-0.004,0.022-0.056,0.032-0.061,0.216-0.112,-0.202 0.164,0.109-0.033,0.108-0.041,0.098-0.042,0.084-0.040,0.069-0.035,0.053-0.029,0.040-0.023,0.000 0.002,-0.024 0.014,-0.038 0.021,-0.043 0.024,-0.042 0.024,-0.038 0.022,0.038-0.073,-0.020-0.013,-0.020-0.018,-0.087 0.059,-0.021 0.043,-0.013 0.057,-0.032 0.036,-0.001-0.022,0.003-0.042,0.053-0.023,-0.015 0.059,0.046 0.002,0.020 0.036,0.000 0.086,0.039 0.029,-0.042 0.133,-0.032 0.030,-0.050 0.020,-0.052-0.007,-0.091 0.047,0.086-0.188,-0.088 0.036,-0.281 0.231,-0.106 0.060,0.262-0.275,-0.037 0.005,-0.388 0.294,-0.005-0.020,-0.128 0.075,0.155-0.145,0.184-0.161,0.185-0.157,0.170-0.141,0.146-0.119,0.119-0.096,0.092-0.073,0.068-0.053,0.047-0.036,0.030-0.023,0.018-0.012,0.008-0.005,0.002 0.000,-0.002 0.003,-0.005 0.004,-0.005 0.005,1.028-1.000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1234.000 695.000,'-0.134'0.535,"-0.113"0.453,-0.036 0.312,-0.003 0.269,0.022 0.202,0.106-0.547,0.017 0.074,0.003 0.527,0.023 0.251,0.022 0.152,0.020 0.074,0.009 0.562,0.022-0.146,0.019-0.684,0.009-0.149,0.007-0.171,0.005-0.179,0.005 0.039,0.003-0.279,0.002-0.260,0.000-0.229,0.000-0.193,-0.001-0.157,-0.001-0.110,-0.001-0.073,-0.001-0.043,-0.001-0.021,-0.001-0.005,-0.001 0.006,-0.002 0.000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1253.000 694.000,'0.048'-0.016,"0.074"-0.025,0.084-0.028,0.084-0.028,0.077-0.026,-0.083 0.050,0.063 0.000,0.130-0.009,0.055 0.005,0.346-0.019,0.099 0.039,-0.029 0.061,-0.069 0.065,-0.065 0.136,-0.048 0.112,-0.069 0.085,-0.077 0.062,-0.185 0.099,-0.026 0.269,-0.079 0.145,-0.043 0.099,-0.016 0.062,-0.052-0.100,-0.026 0.017,-0.010 0.114,-0.034-0.052,-0.032-0.072,-0.029-0.081,-0.052-0.246,-0.044-0.014,-0.205 0.262,-0.154 0.043,-0.142-0.002,-0.125-0.031,0.095-0.247,-0.033-0.031,-0.338 0.325,0.075-0.092,0.208-0.237,0.074-0.087,0.072-0.084,0.066-0.076,0.057-0.066,0.017-0.001,0.083-0.057,0.073-0.041,0.061-0.028,0.048-0.017,0.036-0.009,0.025-0.004,0.017 0.000,0.048-0.005,0.066 0.014,0.072 0.017,0.070 0.017,0.063 0.016,0.054 0.014,-0.034-0.076,0.067-0.017,0.217 0.026,0.172 0.007,0.405 0.050,0.118-0.027,-0.388-0.078,-0.010 0.012,0.150 0.044,-0.076-0.011,-0.092-0.020,-0.099-0.025,-0.098-0.027,-0.092-0.027,-0.083-0.026,-0.073-0.023,-0.113-0.028,-0.019-0.012,0.045-0.007,-0.023-0.013,-0.021-0.010,-0.019-0.007,0.060-0.035,-0.014-0.047,-0.010-0.051,-0.063 0.006,-0.008-0.002,-0.007 0.006,-0.005 0.011,0.823-1.000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1276.000 685.000,'-0.021'-0.014,"-0.032"-0.022,-0.037-0.025,-0.037-0.025,-0.035-0.023,-0.031-0.020,-0.025-0.017,-0.020-0.013,-0.016-0.010,-0.011-0.007,-0.008-0.005,-0.024 0.038,-0.058 0.013,-0.048 0.016,-0.039 0.017,-0.071-0.026,-0.092-0.017,-0.283-0.044,-0.092 0.008,-0.171-0.040,-0.031-0.039,0.321 0.069,-0.177-0.012,-0.104 0.019,-0.298 0.000,-0.017 0.036,0.028 0.034,1.157 0.091,-0.933-0.042,-0.098 0.015,-0.263 0.010,-0.063 0.013,0.161 0.011,-0.008 0.006,0.001 0.005,-0.480 0.005,0.586 0.001,0.013 0.001,-0.350 0.002,0.067 0.000,-0.079 0.037,0.119 0.057,0.538 0.002,0.046 0.038,-0.232 0.109,0.054 0.061,0.294-0.038,0.018 0.032,-0.208 0.131,-0.054 0.065,-0.154 0.121,0.040 0.032,0.134-0.039,0.078-0.021,0.083-0.033,0.082-0.040,0.120-0.056,0.061-0.017,0.053 0.014,0.044 0.035,-0.059 0.124,-0.009 0.064,0.077-0.028,0.006 0.051,-0.062 0.182,0.016 0.099,0.134-0.108,0.013 0.089,-0.135 0.423,0.036 0.018,0.040-0.036,0.310-0.773,-0.310 0.904,-0.010 0.129,-0.083 0.526,0.081 0.083,0.242-0.788,0.041 0.060,0.014 0.251,0.050-0.012,0.061 0.193,0.098-0.045,0.089-0.457,0.093-0.023,0.262 0.582,0.176-0.056,-0.082-0.620,0.103-0.019,0.204 0.154,0.095-0.046,0.233 0.111,0.105-0.077,0.117-0.049,0.118-0.028,-0.276-0.331,0.048-0.020,0.660 0.370,0.091-0.111,-0.549-0.449,0.074-0.059,0.804 0.152,0.158-0.110,0.053-0.104,-0.902-0.303,0.010-0.048,0.718 0.084,0.489-0.004,0.141-0.067,-0.279-0.049,0.028 0.027,0.248 0.047,-0.196-0.022,-0.254-0.038,-0.278-0.046,-0.074-0.027,-0.294-0.058,-0.845-0.104,-0.073-0.018,-0.648-0.062,0.615 0.027,-0.029-0.038,0.407-0.118,-0.050-0.140,-0.203-0.060,-0.071-0.071,0.031-0.148,-0.094-0.097,0.162-0.270,0.010-0.090,-0.500 0.427,0.010-0.025,0.345-0.357,0.031-0.051,-0.224 0.215,-0.013 0.007,0.282-0.296,-0.063 0.060,-0.218 0.224,-0.005 0.007,0.073-0.104,-0.032-0.013,-0.198 0.187,-0.021-0.018,0.034-0.110,-0.062 0.010,0.009-0.134,-0.042-0.055,-0.079 0.059,-0.013-0.064,0.016-0.213,-0.050-0.075,-0.040 0.070,0.033-0.089,0.006-0.072,-0.014-0.057,-0.066 0.165,-0.026-0.001,-0.001-0.499,-0.099-0.074,-0.107 0.001,-0.106 0.051,-0.097 0.265,-0.113 0.071,-0.092 0.073,-0.073 0.070,-0.229-0.228,-0.106 0.105,0.183 0.464,-0.047 0.004,-0.408-0.477,-0.023 0.086,0.017 0.112,-0.027 0.192,-0.038 0.090,0.031 0.107,0.074 0.111,-0.359-0.087,-0.092 0.049,0.384 0.222,-0.004 0.031,0.000 0.047,-0.223-0.034,0.084 0.096,0.220 0.118,0.111 0.069,0.112 0.061,0.106 0.052,-1.030 0.000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1362.000 688.000,'0.000'0.140,"0.000"0.214,0.000 0.242,-0.013-0.150,-0.023 0.155,-0.089 1.211,-0.024 0.624,-0.061 0.647,-0.032 0.807,-0.003 0.709,0.012-0.610,-0.062 0.268,-0.121 1.343,0.000 0.061,0.164-2.334,-0.008-0.077,-0.129 1.326,0.024-0.445,0.038-0.518,0.045-0.536,0.008-0.149,0.067-0.782,0.059-0.681,0.049-0.560,0.038-0.437,0.029-0.323,0.020-0.226,0.013-0.147,0.008-0.086,0.004-0.042,0.073-0.183,0.899-3.000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1360.000 683.000,'0.043'-0.021,"0.065"-0.032,0.073-0.037,0.072-0.036,0.065-0.033,0.055-0.028,0.045-0.022,0.034-0.017,-0.055 0.063,0.095 0.011,0.139-0.001,0.163-0.009,0.173-0.014,-0.106 0.043,0.177 0.003,0.686-0.034,0.301 0.015,0.520-0.030,0.368-0.013,0.266 0.000,0.181 0.009,0.457 0.011,-0.128 0.048,-0.232 0.055,-0.289 0.056,-0.882 0.062,-0.162 0.079,0.310 0.246,-0.316 0.238,-0.481 0.077,-0.228 0.118,-0.005 0.421,-0.332 0.197,-0.547-0.497,-0.120 0.100,-0.291-0.660,-0.060 1.598,-0.384 0.374,-0.305 0.203,-0.234 0.072,-0.173-0.025,-0.310 0.001,-0.251-0.051,-0.198-0.085,-0.385 0.144,-0.067-0.206,-0.325-0.045,-0.042-0.336,1.068-0.923,0.017-0.108,-1.078 0.415,0.234-0.332,0.288-0.294,0.627-0.284,-0.071-0.038,0.192-0.108,0.193-0.094,0.182-0.069,0.337-0.075,0.325-0.055,0.291-0.038,0.247-0.025,0.200-0.014,0.154-0.007,0.114-0.001,0.079 0.002,0.051 0.004,-0.296 0.015,0.095 0.002,0.942 0.038,0.335 0.073,-0.803-0.020,0.073 0.030,0.650 0.127,0.061 0.079,0.011 0.074,-0.604-0.052,0.452 0.254,-0.140 0.075,-0.169 0.043,-0.181 0.019,-0.008 0.240,-0.202 0.148,-0.341-0.167,-0.127 0.042,-0.118 0.030,-0.105 0.021,-0.092 0.013,-0.078 0.007,-0.064 0.026,-0.051-0.009,-0.063-0.034,-0.069-0.049,-0.126 0.050,-0.128-0.082,-0.089-0.172,-0.140-0.060,-0.192-0.077,-0.220-0.086,-0.380-0.040,-0.215-0.106,0.013-0.099,-0.159-0.029,-0.433-0.007,-0.201-0.046,0.167-0.062,-0.057-0.034,-0.316-0.021,0.006-0.033,0.603-0.036,0.045-0.014,-0.400-0.010,0.200-0.015,0.413-0.010,0.184-0.006,-3.326 0.000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1236.000 753.000,'-0.064'0.043,"-0.103"0.068,-0.122 0.081,0.037-0.012,-0.084 0.080,-0.188 0.209,-0.134 0.197,-0.131 0.214,-0.124 0.218,-0.349 0.483,-0.238 0.323,-0.432 0.624,-0.169 0.319,-0.478 0.778,-0.224 0.433,1.064-1.486,-0.078 0.186,-1.116 1.811,-0.145 0.288,0.268-0.356,-0.062 0.178,-0.191 0.401,-0.086 0.211,-0.343 0.611,0.183-0.312,0.261-0.470,0.299-0.548,0.524-0.922,0.190-0.373,0.184-0.373,0.171-0.355,0.014-0.094,0.221-0.366,0.323-0.503,0.145-0.244,0.037-0.102,0.134-0.227,0.057-0.127,0.124-0.194,0.101-0.151,0.106-0.135,0.031-0.049,0.078-0.060,0.039-0.005,-0.007 0.048,0.042-0.024,0.034-0.028,0.026-0.028,0.019-0.027,0.013-0.024,0.009-0.020,-0.011-0.028,-0.026-0.028,-0.032-0.028,-0.035-0.025,-0.034-0.022,-0.162 0.000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1164.000 881.000,'0.013'-0.040,"0.023"-0.070,0.089-0.355,0.024-0.207,-0.036 0.200,0.028-0.034,0.041-0.105,0.006-0.018,-0.005-0.007,-0.012 0.002,0.000-0.100,-0.024-0.030,-0.060 0.082,-0.059 0.006,-0.090 0.013,-0.109 0.017,-0.140-0.005,-0.109 0.027,-0.131 0.003,-0.083 0.049,-0.064 0.051,-0.047 0.050,-0.096 0.009,-0.045 0.023,0.069 0.058,-0.030 0.001,-0.052 0.019,-0.065 0.030,-0.316-0.025,-0.028 0.063,0.376 0.100,-0.032-0.002,-0.464-0.072,-0.002 0.027,0.030 0.035,0.353 0.079,-0.066 0.018,-0.569-0.010,-0.009 0.105,-0.070 0.170,0.172 0.178,0.677-0.055,0.107 0.076,-0.079 0.235,0.125 0.114,0.187-0.004,0.100 0.067,0.009 0.333,0.141 0.010,0.114-0.031,0.274-0.098,0.219 0.019,0.119-0.102,0.135 0.012,0.276 0.130,0.212 0.008,0.289 0.120,0.089-0.011,-0.552-0.471,0.012 0.003,0.431 0.370,-0.048 0.012,-0.199-0.116,-0.069 0.004,0.001 0.126,-0.140-0.001,-0.344-0.365,-0.064 0.005,0.154 0.778,-0.177 0.014,-0.228-0.715,-0.038-0.027,-0.022 0.253,-0.076-0.091,-0.068-0.100,-0.060-0.101,-0.175 0.035,-0.157-0.179,0.109-0.263,-0.038-0.029,-0.155 0.032,-0.038-0.057,0.105-0.095,-0.013-0.031,-0.079-0.016,-0.010-0.033,-0.174-0.045,0.034-0.081,0.049-0.076,0.112-0.101,0.084-0.128,0.140 0.005,0.052-0.051,0.003-0.221,0.076-0.040,0.081 0.226,0.021-0.007,0.015-0.070,0.018-0.008,0.040 0.120,0.053-0.006,0.136-0.174,0.089-0.008,0.073-0.002,0.057 0.002,-0.319 0.430,0.489-0.484,0.162-0.100,0.174-0.061,0.174-0.030,0.142-0.007,0.113 0.010,0.251-0.074,0.018 0.041,-0.201 0.131,-0.035 0.037,-0.067 0.034,-0.087 0.031,0.283-0.132,-0.201 0.123,-0.371 0.191,-0.151 0.087,-0.138 0.079,-0.121 0.069,-0.102 0.058,1.357 0.000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1172.000 865.000,'0.000'-0.041,"0.000"-0.065,0.000-0.076,0.000-0.078,0.000-0.074,-0.047-0.033,-0.078-0.069,-0.097-0.123,-0.106-0.156,-0.206-0.247,-0.169-0.109,-0.192-0.039,-0.195 0.010,0.148 0.270,-0.091 0.031,-0.307-0.108,-0.028 0.079,0.014 0.086,0.042 0.086,-0.116 0.067,-0.090 0.107,0.029 0.111,0.008 0.085,0.032 0.074,-0.225 0.070,-0.232 0.045,-0.146 0.036,0.197 0.030,-0.032 0.018,-0.526 0.049,0.094 0.063,0.346 0.065,0.085 0.094,-0.106 0.131,0.147 0.074,0.150 0.082,0.143 0.083,0.442-0.074,0.094 0.083,-0.147 0.401,0.007 0.243,-0.307 0.680,-0.014 0.270,-0.041 0.298,0.107 0.020,0.129-0.061,0.402-0.666,0.076-0.023,-0.131 0.476,0.040 0.033,0.392-0.910,0.039 0.039,-0.191 1.048,0.125-0.015,0.254-0.780,0.117-0.036,0.287 0.627,0.277 0.028,0.063-0.548,0.152-0.054,0.598 0.596,0.271-0.182,-0.361-0.751,0.077-0.118,0.517 0.227,0.163-0.087,-0.117-0.266,0.077-0.133,0.309-0.025,0.044-0.128,0.229-0.076,-0.078-0.164,-0.550-0.215,-0.079-0.086,-0.074-0.075,-0.013-0.064,0.032-0.053,-0.342-0.050,0.601-0.065,0.141-0.106,0.073-0.093,0.022-0.080,0.553-0.177,-0.044-0.069,-0.607 0.057,-0.079-0.060,-0.102-0.041,-0.114-0.025,-0.094-0.037,-0.075-0.043,-0.058-0.045,-0.043-0.045,0.178-0.330,-0.046-0.211,-0.235 0.049,-0.057-0.057,-0.057-0.025,-0.053-0.001,-0.072-0.008,-0.082-0.012,-0.043-0.049,-0.118 0.074,-0.117 0.097,-0.110 0.107,0.002-0.162,-0.090-0.026,-0.142 0.140,-0.083 0.016,-0.112 0.274,-0.013 0.006,0.049-0.254,-0.041 0.082,-0.044 0.101,-0.014 0.045,-0.048 0.191,-0.003-0.038,0.061-0.368,0.023-0.120,0.005-0.050,-0.007 0.003,0.032-0.264,-0.035 0.118,-0.104 0.632,-0.014 0.050,0.032-0.421,-0.035 0.072,-0.045 0.040,-0.048 0.090,-0.046 0.116,-0.042 0.123,-0.036 0.119,0.013 0.181,-0.002 0.037,-0.029 0.026,-0.036 0.056,-0.042 0.057,-0.045 0.054,-0.065 0.042,-0.045 0.048,0.010 0.046,-0.028 0.026,-0.147-0.025,0.044-0.040,-0.881 0.000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1227.000 863.000,'-0.029'0.118,"-0.046"0.185,-0.053 0.214,-0.054 0.217,-0.051 0.202,-0.354 1.459,-0.281 1.191,-0.145 0.409,-0.216 0.582,-0.184 0.555,-0.213 0.647,0.279-1.138,-0.067 0.032,-0.201 0.573,0.077-0.220,0.104-0.370,0.118-0.459,-0.101 0.266,0.250-0.793,0.175-0.565,0.272-0.869,0.229-0.733,0.182-0.584,0.137-0.443,0.098-0.317,0.066-0.213,0.040-0.131,0.021-0.070,0.008-0.027,-0.001 0.001,0.160-0.468,0.165-0.316,0.153-0.189,2.518-4.000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1224.000 861.000,'0.037'-0.025,"0.060"-0.040,0.072-0.048,0.075-0.050,0.072-0.048,0.004-0.011,0.041-0.040,0.036-0.016,0.030 0.001,0.085-0.017,0.021 0.030,-0.093 0.080,0.039 0.023,0.303-0.022,0.079 0.043,-0.210 0.060,0.066 0.017,0.364 0.007,0.162 0.020,-0.218 0.053,0.042 0.069,0.516 0.211,-0.005 0.163,-0.514-0.068,-0.051 0.075,0.121 0.198,-0.114 0.072,-0.120 0.051,-0.118 0.033,-0.155 0.216,-0.107 0.234,-0.033 0.383,-0.065 0.142,-0.102-0.114,-0.054 0.076,-0.031 0.273,-0.058 0.004,-0.059-0.273,-0.033-0.069,-0.028-0.082,-0.022-0.087,-0.018 0.036,-0.016-0.183,-0.011-0.191,-0.007-0.185,-0.022-0.416,-0.047-0.080,-0.180 0.200,-0.083-0.140,-0.052-0.131,0.133-0.202,-0.041-0.015,-0.347 0.169,0.042-0.054,-0.033-0.002,-0.015-0.005,-0.002-0.008,0.046-0.038,0.010-0.027,-0.133 0.051,0.030 0.007,0.067-0.015,0.012 0.006,0.005 0.006,-0.105 0.004,-0.021-0.034,0.228-0.104,0.003-0.022,-0.094 0.014,0.032-0.008,0.040-0.001,0.043 0.004,-0.017 0.021,0.076-0.018,0.074-0.023,0.067-0.025,0.058-0.025,0.048-0.022,0.038-0.019,0.028-0.016,0.020-0.012,0.014-0.009,0.066 0.007,0.077 0.018,0.091 0.024,0.096 0.027,0.134 0.051,0.119 0.052,-0.005 0.009,0.132 0.067,0.493 0.270,0.139 0.134,-0.067 0.052,0.028 0.127,-0.264-0.131,0.005 0.053,0.318 0.382,0.066 0.129,0.028 0.061,0.000 0.011,-0.003-0.019,0.038 0.004,0.009-0.013,-0.013-0.025,0.268 0.239,-0.137-0.132,-0.278-0.259,-0.170-0.157,-0.168-0.155,-0.156-0.143,-0.139-0.126,-0.063-0.063,-0.149-0.147,-0.119-0.121,-0.090-0.094,-0.064-0.070,-0.043-0.049,-0.027-0.032,-0.014-0.019,-0.005-0.009,0.000-0.002,0.004 0.002,0.006 0.004,0.006 0.005,0.170 0.000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1214.000 566.000,'0.074'0.000,"0.120"0.000,0.146 0.000,0.357 0.000,0.232 0.000,0.048-0.060,0.148-0.037,0.007-0.025,0.028-0.028,-0.003-0.025,-0.023-0.021,-0.087 0.008,-0.017 0.006,0.112-0.006,-0.020 0.022,0.099-0.024,-0.033-0.027,-0.373 0.064,-0.006 0.005,0.213-0.009,0.068 0.016,0.021-0.006,-0.014-0.021,0.074-0.030,-0.098 0.006,-0.115 0.015,-0.120 0.021,1.516 0.000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1215.000 569.000,'0.000'0.111,"0.000"0.169,0.000 0.188,0.000 0.183,0.000-0.108,0.000 0.199,0.000 0.382,0.000 0.225,0.000 0.790,0.000 0.217,0.000 0.121,0.000 0.405,0.000 0.371,0.000-0.175,0.000 0.129,0.000 0.186,0.000-0.137,0.000-0.215,0.000-0.258,0.000-0.336,0.000-0.120,0.024-0.124,0.039-0.122,0.069 0.086,0.063-0.187,0.050-0.366,0.087-0.133,0.093-0.117,0.093-0.101,0.136-0.108,0.113-0.108,0.212-0.028,0.080-0.168,0.050-0.165,0.027-0.152,-0.247-0.200,0.009-0.073,0.443-0.019,0.048-0.101,-0.362-0.097,0.094-0.061,0.653-0.136,0.090-0.108,-0.709 0.073,0.065-0.033,0.772-0.184,0.109-0.056,-0.227 0.019,-0.037-0.025,0.147-0.053,-0.115 0.034,-0.357 0.072,-0.178 0.008,-0.117-0.010,-0.191 0.019,-0.174 0.021,-0.153 0.021,-0.096-0.016,-0.158 0.025,-0.134 0.023,-0.109 0.020,-0.434 0.000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1284.000 542.000,'-0.055'0.055,"-0.087"0.086,-0.100 0.100,-0.101 0.102,-0.087 0.177,-0.146 0.291,-0.010 0.192,-0.049 0.318,-0.115 0.612,-0.009 0.425,0.068 0.090,-0.026 0.371,-0.008 0.814,0.005 0.621,0.037 0.383,0.059 0.195,0.012 0.671,0.098-0.104,0.134-0.768,0.072-0.197,0.066-0.231,0.059-0.245,0.069 0.536,0.119-0.511,0.072-1.481,0.088-0.286,0.206 0.177,0.145-0.421,0.043-0.513,0.092-0.255,0.185-0.151,0.080-0.267,-0.055-0.267,0.040-0.152,0.184-0.113,0.073-0.123,-0.233-0.120,0.021-0.105,0.515-0.266,0.110-0.192,-0.457 0.089,0.006-0.077,0.481-0.455,-0.044-0.218,-0.661 0.440,-0.040-0.041,0.285-0.531,-0.110-0.079,-0.114-0.013,-0.104-0.039,-0.143 0.039,-0.182 0.154,-0.123 0.009,-0.128 0.019,-0.173 0.026,-0.197 0.029,-0.482-0.437,-0.384 0.019,-0.125 0.251,-0.154 0.143,-0.102 0.157,0.360 0.353,-0.076-0.003,0.771 0.513,-0.991-0.496,-0.119 0.015,-0.531-0.135,-0.024 0.089,0.255 0.163,0.059 0.085,0.098 0.083,0.120 0.078,-0.300 0.014,0.262 0.108,0.353 0.087,0.198 0.052,0.172 0.038,0.166 0.059,0.188 0.066,0.167 0.065,0.141 0.059,0.113 0.051,0.051-0.115,0.064-0.002,2.606 0.000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1304.000 557.000,'0.044'-0.015,"0.069"-0.023,0.080-0.027,0.081-0.027,0.076-0.025,0.133-0.044,0.160-0.053,-0.094 0.055,0.126-0.001,0.429-0.037,0.212 0.017,-0.370 0.070,0.068 0.011,0.866-0.025,0.249 0.024,-0.133 0.029,0.050 0.016,0.269 0.011,-0.040 0.015,-0.311 0.013,-0.063 0.007,0.127 0.006,-0.136 0.005,-0.349 0.003,-0.148 0.002,-0.147 0.001,-0.140 0.000,-0.089 0.000,-0.151 0.000,-0.138-0.001,-0.121-0.001,-0.016 0.045,-0.171 0.066,-0.141 0.074,-0.110 0.072,-0.082 0.065,-0.058 0.055,-0.031-0.011,-0.017 0.077,-0.007 0.017,-0.005 0.073,-0.010 0.287,0.000 0.147,0.013-0.227,0.002 0.076,0.000 0.271,0.003 0.175,0.003 0.159,0.003 0.140,0.003 0.332,0.002 0.218,0.002 0.484,0.002 0.142,0.002-0.288,0.001-0.033,0.001 0.675,0.001-0.230,0.000-0.270,0.000-0.105,0.000-0.112,-0.014-1.126,-0.023-0.028,-0.072 0.779,-0.023-0.063,0.037-0.817,-0.023-0.034,-0.229 0.720,-0.108-0.065,0.044-0.411,-0.037-0.060,-0.123 0.089,-0.071-0.069,0.064-0.309,-0.110 0.003,-0.380 0.287,-0.151-0.014,0.065-0.207,-0.043-0.097,-0.369 0.098,-0.040-0.132,0.436-0.352,-0.082-0.076,-0.679 0.059,-0.060-0.139,0.419-0.160,0.042-0.067,0.055-0.056,0.213-0.052,0.013-0.029,-0.717-0.027,0.363-0.026,0.007-0.015,-0.411-0.041,0.261-0.034,0.309-0.030,0.312-0.025,0.287-0.020,-0.064 0.000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1240.000 651.000,'-0.094'0.059,"-0.789"0.445,-0.669 0.340,-0.324 0.190,-0.477 0.294,-0.535 0.312,-0.551 0.310,-1.109 0.645,-0.575 0.355,-1.225 0.702,-0.504 0.265,2.608-1.503,-0.191 0.092,-2.707 1.503,-0.322 0.169,-0.101 0.044,0.055-0.043,0.217-0.099,0.313-0.132,2.354-1.341,0.078-0.049,-2.639 1.484,0.671-0.365,2.364-1.332,0.420-0.238,-0.151 0.077,0.643-0.376,0.605-0.357,0.547-0.325,0.477-0.272,0.404-0.221,0.331-0.174,0.263-0.132,0.194-0.119,0.255-0.169,0.182-0.139,0.122-0.109,0.074-0.081,0.039-0.057,0.014-0.038,-0.003-0.023,0.150-0.074,0.258-0.135,4.184-2.000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1310.000 644.000,'0.071'0.071,"0.118"0.118,0.267 0.268,0.287 0.287,0.016 0.034,0.198 0.229,0.729 0.719,0.476 0.398,0.219 0.065,0.521 0.300,0.635 0.308,0.686 0.300,1.520 0.711,0.955 0.231,2.791 1.127,0.877 0.035,0.131-0.249,0.577-0.037,0.217-0.201,-3.492-1.538,-0.125-0.100,0.824 0.315,-0.382-0.130,-6.112-2.453,5.595 2.283,-0.581-0.192,-0.721-0.203,-0.786-0.201,-0.568-0.125,-0.882-0.307,-0.815-0.310,-0.725-0.295,-0.437-0.123,-0.718-0.331,-0.560-0.275,-0.418-0.219,-0.296-0.167,-0.196-0.122,-0.118-0.083,-1.666 0.000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1029.000 757.000,'0.053'0.000,"0.087"0.000,0.106 0.000,0.114 0.000,0.214 0.000,0.189 0.000,0.183 0.000,0.004 0.000,0.148 0.000,0.195 0.000,0.219 0.000,0.320 0.000,0.236 0.000,0.141 0.000,0.067 0.000,0.239 0.000,-0.151 0.000,-0.243-0.030,-0.291-0.048,-0.422-0.013,-0.198-0.011,1.985 0.000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1028.000 759.000,'0.000'0.110,"0.000"0.183,0.000 0.227,0.000 0.491,0.000 0.304,-0.018-0.202,-0.031 0.248,-0.035 0.561,-0.016 0.359,-0.021 0.651,0.001 0.252,-0.003 0.550,0.016 0.072,0.041-1.130,0.009 0.038,0.030 1.132,0.074-0.192,0.044-1.216,0.076-0.106,0.114 0.167,0.074-0.189,0.060-0.220,0.047-0.231,0.035-0.252,0.025-0.255,0.087-0.112,0.008-0.234,-0.069-0.284,-0.003-0.157,0.129-0.038,-0.017-0.117,-0.207-0.174,-0.006-0.047,0.122-0.015,-0.007-0.057,0.052-0.016,0.088 0.013,0.108 0.002,0.114-0.005,-0.230-0.041,0.108-0.005,0.852 0.021,0.231-0.015,0.097-0.014,-0.705-0.025,-0.007-0.005,0.883-0.070,-0.391-0.044,-0.115-0.044,-0.140-0.037,-0.151-0.030,-0.089-0.053,-0.159-0.043,-0.236 0.024,-0.098 0.006,-0.038-0.041,-0.134-0.017,-0.191 0.058,-0.040-0.019,0.986-1.000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1091.000 756.000,'-0.013'0.039,"-0.020"0.061,-0.023 0.070,-0.023 0.070,-0.021 0.064,-0.019 0.056,-0.043-0.003,-0.082 0.146,-0.349 0.691,-0.100 0.213,-0.037 0.106,-0.042 0.191,0.041 0.052,0.059 0.025,0.197-0.309,0.019 0.099,-0.059 0.497,0.073 0.025,0.172-0.624,0.039 0.022,-0.023 0.638,0.068-0.085,0.103-0.678,0.056-0.061,0.111 0.481,0.110-0.072,0.006-0.581,0.077-0.073,0.125 0.078,0.066-0.059,0.166-0.046,0.136-0.081,0.108-0.079,0.083-0.074,0.226-0.014,0.091-0.124,-0.035-0.171,0.135-0.093,0.402-0.045,0.076-0.102,0.027-0.084,-0.007-0.066,-0.491-0.054,0.024-0.022,0.633-0.025,-0.032-0.023,-0.070-0.013,-0.413-0.020,-0.090-0.040,-0.406-0.016,0.228-0.112,-0.141-0.066,-0.129-0.033,-0.115-0.008,-0.123-0.038,-0.123-0.057,-0.117-0.044,-0.107-0.033,-0.029-0.276,-0.142-0.073,-0.399-2.000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1103.000 764.000,'0.000'0.094,"0.000"0.157,0.000 0.661,-0.013 0.171,-0.022 0.236,-0.026 0.173,-0.029 0.121,-0.008 0.092,-0.005 0.241,0.001 0.528,0.006 0.424,0.009 0.307,0.010 0.209,0.004 0.531,0.014-0.046,0.017-0.570,0.009-0.184,0.004 0.497,0.010-0.306,0.009-1.180,0.003-0.176,0.003 0.442,0.004-0.429,0.002-0.412,0.001-0.371,0.000-0.317,0.000-0.259,0.000-0.203,-0.001-0.153,0.006 0.000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1125.000 769.000,'0.031'0.000,"0.047"0.000,0.053 0.000,0.052 0.000,0.047 0.000,0.040 0.000,0.033 0.000,0.025 0.000,0.018 0.000,0.013 0.000,0.008 0.000,-0.117 0.000,0.082 0.000,0.460 0.000,0.086 0.000,0.007 0.000,-0.298 0.000,0.019 0.000,0.221 0.000,0.042 0.000,-0.092 0.000,-0.009 0.000,-0.019 0.000,-0.026 0.000,-0.094 0.000,0.010 0.000,0.095 0.000,-0.009 0.000,0.285 0.000,0.007 0.000,-0.324 0.024,-0.065 0.039,-0.029 0.025,-0.002 0.014,-0.079 0.009,-0.004 0.030,-0.004 0.018,-0.003 0.007,0.176 0.079,-0.077-0.005,-0.094-0.013,-0.098-0.017,-0.093-0.018,-0.083-0.017,-0.071-0.016,-0.058-0.014,-0.045-0.011,-0.034 0.151,-0.017 0.160,-0.013 0.140,-0.014 0.370,-0.008 0.183,0.017-0.894,-0.017 1.152,0.000 0.231,0.001 0.142,0.001 0.217,0.002 0.132,0.007-0.669,0.001 0.043,-0.002 0.822,0.002 0.003,0.003-0.224,0.001 0.822,0.002-0.059,0.002-1.102,0.000-0.057,0.001 0.893,0.001-0.099,0.000-1.190,0.000-0.053,0.024 0.378,0.039-0.104,0.011-0.284,0.012-0.097,0.041 0.258,-0.014-0.251,-0.025-0.245,-0.030-0.224,-0.031-0.193,-0.029-0.159,-0.026-0.126,-0.022-0.095,-0.018-0.069,-0.014-0.047,-0.104-0.011,-0.107-0.010,-0.340-0.026,-0.165-0.004,-0.012 0.014,-0.131 0.003,-0.096 0.004,-0.067 0.005,-0.043 0.005,-0.024 0.005,-0.089-0.033,0.038-0.055,0.057-0.068,-3.526-1.000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1452.000 756.000,'0.040'0.000,"0.065"0.000,0.080 0.000,0.085 0.000,0.071 0.000,0.093 0.000,0.093-0.024,0.088-0.039,0.239-0.039,0.178-0.015,0.008 0.004,0.004 0.004,-0.040 0.009,-0.068 0.011,-0.213 0.006,-0.044-0.022,0.249-0.051,0.011-0.005,-0.202 0.040,0.015 0.007,0.265-0.021,-0.013 0.020,-0.030 0.021,-0.272 0.035,-0.029 0.010,2.762 0.000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1462.000 755.000,'-0.017'0.052,"-0.026"0.079,-0.030 0.088,-0.029 0.087,-0.026 0.078,-0.059 0.094,-0.078 0.104,-0.081 0.099,0.145-0.217,0.000 0.131,-0.021 0.272,-0.093 0.769,0.001 0.406,0.016 0.334,0.025 0.267,-0.020 0.948,0.052 0.103,0.115-1.499,0.018-0.022,-0.025 1.426,0.040-0.096,0.063-0.834,0.057-0.150,0.104 0.351,0.090-0.316,0.008-0.921,0.102-0.139,0.040-0.250,0.072-0.035,0.442 0.690,0.054-0.165,-0.010-0.184,-0.233-0.411,-0.020-0.126,0.001-0.137,0.021-0.102,-0.039-0.150,-0.049-0.137,-0.053-0.121,-0.068-0.089,-0.024-0.038,0.068-0.019,0.035-0.046,-0.024-0.052,0.049-0.029,0.351-0.020,0.221-0.026,-0.156-0.023,0.094-0.010,0.682-0.047,0.150-0.068,-0.567 0.013,-0.003-0.010,-0.052-0.022,-0.086-0.030,0.341-0.100,-0.197-0.004,-0.250 0.012,-0.191 0.004,-0.174 0.005,-0.152 0.006,-0.127 0.006,-0.061-0.057,-0.077-0.052,-0.048-0.060,0.396-1.000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1537.000 772.000,'0.000'-0.071,"0.000"-0.118,0.000-0.052,0.000-0.066,0.000-0.135,0.000-0.038,0.000-0.014,0.000 0.003,0.000-0.057,0.000-0.046,0.000 0.116,0.000-0.012,0.000-0.082,0.000-0.006,0.000-0.073,0.000 0.009,-0.024 0.083,-0.039 0.011,-0.069-0.056,-0.063 0.015,-0.050 0.078,-0.087 0.009,-0.062 0.014,-0.041 0.018,-0.025 0.019,-0.255-0.132,0.096 0.113,-0.028-0.004,-0.013 0.019,-0.002 0.035,-0.281-0.073,-0.025 0.095,0.309 0.164,-0.081 0.005,-0.197-0.017,-0.068 0.023,0.071 0.048,-0.062 0.022,-0.668-0.021,-0.106 0.041,0.543 0.058,0.036 0.016,-0.225 0.036,0.162 0.067,0.119 0.067,0.183 0.052,0.167 0.040,0.145 0.029,0.157 0.021,0.112 0.037,0.153-0.067,0.016 0.044,-0.009 0.154,0.026 0.139,0.008 0.449,0.032 0.286,0.050 0.461,0.081 0.217,0.139-0.078,0.187 0.129,0.373 0.610,0.249-0.016,-0.165-0.813,0.131-0.013,0.516 0.478,0.239-0.069,-0.240-0.524,0.135-0.015,0.867 0.714,0.062-0.026,-0.742-0.744,0.011-0.033,0.711 0.655,-0.132-0.029,-1.023-0.931,-0.107-0.061,0.369 0.454,-0.219-0.170,-0.229-0.174,-0.221-0.166,-0.260-0.224,-0.144-0.065,-0.150-0.063,-0.146-0.059,-0.178 0.025,-0.198-0.061,-0.243-0.054,-0.258-0.045,-0.020-0.174,-0.193-0.046,-0.560 0.030,-0.239-0.078,-0.142-0.048,-0.196-0.021,-0.369-0.002,0.005-0.039,0.250-0.048,0.182-0.034,0.217-0.031,0.230-0.028,0.412-0.049,0.130-0.045,-0.013-0.104,0.188-0.118,0.173-0.123,0.153-0.120,0.099-0.274,0.144-0.177,0.144 0.314,0.057-0.068,0.326-0.746,0.331-0.279,0.148 0.026,0.189-0.131,0.383-0.326,0.246-0.030,-0.003 0.256,0.167 0.030,0.130 0.063,0.098 0.083,0.278-0.068,-0.056 0.178,0.110 0.014,-0.184 0.169,-0.757 0.519,-0.119 0.080,0.004-0.026,-0.184 0.084,-0.220 0.118,-0.077 0.021,0.082-0.134,-0.147 0.065,-0.142 0.071,-0.130 0.072,-0.100 0.105,-0.044 0.076,-0.020 0.073,-0.002 0.068,1.012-1.000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1564.000 750.000,'0.032'0.000,"0.049"0.000,0.057 0.000,0.058 0.000,0.054 0.000,0.048 0.000,0.040 0.000,0.158 0.037,0.205 0.060,0.194 0.073,0.073 0.022,0.126 0.016,0.275 0.028,0.101-0.013,-0.285-0.045,0.043 0.015,0.649 0.092,0.087-0.015,-0.579-0.095,0.012-0.017,0.830 0.044,-0.046-0.045,-1.019-0.083,-0.012-0.012,0.768 0.011,-0.031-0.024,-0.609-0.024,-0.042-0.008,0.378-0.006,-0.050-0.008,0.031-0.006,-0.194-0.004,-0.213-0.002,-0.209 0.000,-0.192 0.000,-0.198 0.042,-0.149 0.066,-0.128 0.077,-0.105 0.079,-0.083 0.075,-0.065 0.011,-0.034 0.078,-0.033 0.455,-0.025 0.234,-0.014 0.142,0.016-0.394,-0.006 0.296,0.000 0.146,-0.003 0.384,0.003 0.180,0.000 0.404,0.005 0.100,0.007-0.250,0.004-0.020,0.001 0.531,0.005-0.004,0.005-0.579,0.002-0.064,0.031 0.220,0.050 0.000,0.014-0.685,0.028 0.024,0.101 0.623,0.037-0.101,0.026-0.153,0.016-0.181,0.046 0.077,-0.030-0.204,-0.036-0.302,0.010-0.113,-0.071-0.334,-0.013-0.066,0.007 0.034,-0.026-0.070,-0.019-0.036,-0.030-0.082,-0.029-0.077,-0.026-0.070,-0.069 0.034,-0.113-0.070,-0.117-0.053,-0.035-0.108,-0.061-0.049,-0.078-0.064,-0.156-0.035,-0.179-0.008,-0.188 0.012,-0.554 0.039,-0.285-0.012,0.222-0.047,-0.114-0.015,-0.465 0.003,0.071-0.024,0.147-0.022,0.004-0.016,0.195-0.018,0.809-0.018,0.042-0.004,-0.297 0.028,0.151 0.043,-1.668 0.000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1529.000 835.000,'-0.045'0.104,"-0.072"0.169,-0.087 0.202,-0.091 0.213,-0.191 0.240,-0.277 0.370,-0.303 0.391,-0.462 0.701,-0.250 0.427,-0.496 0.794,-0.245 0.373,-0.118 0.215,-0.029 0.099,0.031 0.016,0.499-0.753,-0.084 0.217,-0.155 0.382,0.049 0.053,0.091-0.015,0.116-0.061,-0.219 1.068,-0.068 0.570,0.041 0.195,0.115-0.076,0.286-0.389,0.178-0.242,0.211-0.373,0.225-0.449,-0.007 0.302,0.293-0.848,0.248-0.811,0.200-0.728,-0.041 0.000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1595.000 836.000,'0.018'0.045,"0.028"0.069,0.031 0.078,0.031 0.078,0.029 0.072,0.025 0.062,0.020 0.051,0.016 0.040,0.012 0.030,-0.039-0.165,0.088 0.103,0.235 0.332,0.234 0.325,0.837 1.224,0.442 0.635,0.013-0.012,0.128 0.151,0.063 0.050,0.015-0.021,0.116 0.126,0.177 0.218,-0.163-0.224,0.114 0.175,0.106 0.174,0.095 0.166,0.201 0.435,0.078 0.276,-0.012 0.102,-0.077-0.026,0.178 0.424,-0.244-0.248,-0.272-0.361,-0.275-0.416,-0.676-1.141,-0.170-0.242,0.276 0.622,-0.296-0.474,-0.463-0.823,-0.176-0.239,-0.161-0.226,-0.142-0.205,-0.131-0.312,-0.049-0.151,0.283 1.000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1381.000 973.000,'0.061'0.000,"0.094"0.000,0.107 0.000,0.106 0.000,-0.290-0.003,0.431-0.065,0.108-0.033,0.066-0.016,0.034-0.004,-0.025 0.017,0.077 0.008,0.089 0.010,0.094 0.011,0.532-0.007,0.107 0.021,-0.381 0.027,0.075 0.008,-0.148 0.009,-0.014 0.005,0.118 0.003,-0.065 0.004,3.852 0.000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1386.000 973.000,'-0.049'0.074,"-0.077"0.115,-0.089 0.134,-0.007 0.046,-0.049 0.132,-0.121 0.360,-0.095 0.359,-0.005 0.164,0.004 0.167,0.029 0.113,0.044 0.070,0.091-0.191,0.007 0.175,-0.102 1.096,0.052 0.245,0.168-1.155,0.022 0.096,0.028 0.988,0.116 0.183,0.132 0.432,0.116-0.131,0.071-0.384,0.057-0.328,0.039-0.360,-0.089-0.920,0.042-0.182,0.363 0.372,0.205-0.363,0.090-0.436,-0.357-0.436,-0.002-0.087,0.171-0.030,-0.025-0.106,-0.043-0.090,0.091-0.053,0.073-0.017,0.057 0.009,0.042 0.004,0.030 0.000,0.124 0.004,-0.042-0.007,0.113-0.006,-0.183-0.024,-0.196-0.024,-0.186-0.023,-0.164-0.019,-0.136-0.016,-0.107-0.012,-0.080-0.009,-0.056-0.006,-0.037-0.004,-0.022-0.002,-0.011-0.001,0.040 0.000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1430.000 962.000,'-0.045'0.075,"-0.072"0.120,-0.087 0.144,-0.091 0.152,-0.074 0.222,-0.058 0.257,-0.034 0.149,-0.107 0.295,-0.065 0.237,-0.032 0.186,-0.007 0.140,-0.274 1.167,0.066 0.085,0.003 0.316,0.210-0.642,0.017 0.149,-0.204 1.568,0.110 0.084,0.284-1.482,0.063-0.097,-0.045 1.071,0.112-0.370,0.127-1.049,0.053-0.286,0.092-0.298,0.115-0.292,0.108-0.411,0.134-0.129,-0.201-0.983,0.448 0.810,0.184-0.123,0.297-0.018,0.136-0.170,0.258-0.096,0.051-0.186,-0.182-0.193,-0.051-0.109,0.065-0.080,-0.109-0.091,-0.009-0.108,-0.142-0.116,-0.093-0.138,-0.152-0.117,-0.133-0.098,-0.253 0.111,0.004-0.058,0.118-0.207,-0.049-0.030,-0.064-0.001,-0.041 0.003,0.020-0.056,0.166-0.185,-0.214 0.345,0.014-0.017,0.188-0.302,-0.031 0.003,-0.100 0.089,-0.050-0.015,-0.036-0.033,-0.060 0.041,-0.056 0.056,-0.051 0.063,-0.073 0.108,-0.073 0.075,-0.077 0.052,-0.076 0.033,-0.226 0.005,-0.151 0.058,-0.063 0.070,-0.059 0.049,-0.035 0.045,-0.016 0.039,-0.246 0.022,-0.035 0.042,-0.008 0.030,-0.026 0.018,0.019 0.012,0.135 0.005,0.046 0.003,-2.193 0.000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1469.000 1019.000,'-0.018'0.054,"-0.031"0.093,-0.058 0.128,-0.055 0.087,-0.055 0.068,-0.052 0.052,-0.065 0.108,-0.001 0.027,-0.030 0.047,-0.017-0.003,-0.019-0.013,-0.019-0.018,0.006-0.052,-0.016-0.017,-0.103 0.080,0.083-0.109,0.026-0.024,0.041-0.030,0.049-0.033,-0.624 1.000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1481.000 957.000,'0.059'0.000,"0.090"0.000,0.100 0.000,0.098 0.000,0.087 0.000,0.073 0.000,-0.205 0.000,0.039 0.000,0.309 0.000,0.144 0.000,-0.203 0.000,0.073 0.000,0.362 0.000,0.122 0.000,0.339 0.000,0.242 0.000,0.391 0.030,0.051 0.048,-0.293 0.013,-0.102 0.011,-0.133 0.003,-0.148-0.003,0.167 0.020,-0.293-0.017,-0.277-0.019,-0.244-0.019,-0.205-0.017,-0.170-0.008,-0.121 0.000,-0.088 0.004,-0.061 0.007,-0.039 0.008,-0.022 0.008,-0.010 0.007,-0.001 0.006,0.004 0.005,0.007 0.004,-0.002-0.005,0.034 0.016,0.041 0.019,0.043 0.020,-0.017-0.003,0.031 0.030,0.212 0.158,0.012 0.031,-0.015 0.009,-0.030-0.005,-0.014-0.035,-0.003-0.050,-0.041-0.025,-0.060-0.008,-0.066 0.003,-0.064 0.010,-0.057 0.013,-0.048 0.014,-0.044-0.033,-0.021 0.027,-0.016 0.032,-0.012 0.033,-0.007-0.039,-0.004 0.053,-0.005 0.534,-0.003 0.388,0.000 0.146,0.000 0.280,0.000 0.392,0.001 0.167,0.001 0.100,0.003-0.545,-0.001 0.885,0.001 0.181,0.001 0.103,0.000 1.083,0.001 0.572,0.001-0.047,0.001-2.166,0.000-0.072,0.000 0.669,0.000-0.132,0.030 0.160,0.048-0.229,0.018-0.806,0.041-0.188,0.111 0.242,0.064-0.255,0.025-0.251,-0.004-0.233,-0.054-0.312,-0.026-0.141,-0.006-0.119,0.007-0.097,0.053 0.047,-0.029-0.093,-0.102-0.219,-0.021-0.021,0.023 0.139,-0.041-0.016,-0.041-0.156,0.015 0.002,0.062 0.141,-0.003-0.027,-0.015-0.036,-0.021-0.040,-0.023-0.039,0.119 0.000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1533.000 970.000,'0.067'0.000,"0.101"0.000,0.113 0.000,0.110 0.000,0.039 0.000,0.035 0.000,0.017 0.000,0.004 0.000,-0.004 0.000,0.091 0.000,0.072 0.000,0.031 0.000,0.001 0.000,-0.018 0.000,-0.106 0.000,-0.037 0.000,-0.040 0.000,-0.040 0.000,-0.047 0.000,-0.010 0.000,0.110 0.000,-0.023 0.000,-0.025 0.000,0.000 0.000,0.059 0.000,-0.075 0.000,0.021 0.000,0.048 0.030,-0.035 0.048,-0.114 0.000,-0.004 0.010,0.102 0.032,0.007-0.002,-0.067 0.004,-0.030 0.030,0.025 0.037,-0.005 0.001,0.009 0.014,-0.022 0.001,-0.025 0.000,-0.026 0.000,-0.024 0.000,-0.005 0.018,-0.040-0.010,-0.039-0.012,-0.035-0.012,-0.029-0.011,-0.023-0.010,-0.018-0.008,-0.013-0.006,-0.009-0.005,-0.005-0.003,-0.003-0.002,-0.001-0.001,0.000-0.001,0.001 0.000,0.005 0.029,0.035 0.108,0.057 0.206,0.008 0.089,-0.054-0.110,-0.007 0.083,0.010 0.193,-0.015 0.027,-0.016-0.009,-0.016-0.033,-0.022-0.097,-0.009 0.072,0.037 0.690,0.044 0.258,-0.026-0.382,0.004 0.128,0.013 0.329,-0.006 0.082,0.001 0.311,-0.014 0.051,-0.022-0.198,-0.012 0.056,-0.007 0.272,-0.012-0.035,0.034-0.306,0.071-0.060,0.105 0.415,0.026-0.061,-0.084-0.721,-0.008-0.036,0.031 0.383,-0.027-0.052,0.072 0.311,0.005-0.128,-0.018-0.202,-0.031-0.232,-0.137-0.990,0.091 0.911,-0.040-0.155,-0.061-0.555,-0.013-0.061,-0.008 0.170,-0.031-0.148,-0.028-0.142,-0.024-0.128,-0.020-0.110,-0.016-0.090,-0.012-0.070,-0.009-0.053,-0.006-0.038,-0.004-0.025,0.069-0.070,-0.623 0.199,0.143-0.066,-0.107 0.013,-0.675 0.127,-0.145-0.011,-0.060-0.028,0.600-0.101,-0.003 0.009,-0.464 0.088,0.015-0.010,0.143-0.032,0.098-0.024,0.114-0.026,0.119-0.027,-0.752 0.000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1629.000 960.000,'0.056'0.000,"0.086"0.000,0.097 0.000,0.095 0.000,0.087 0.000,0.074 0.000,-0.285 0.000,0.502 0.000,0.141 0.000,0.101 0.000,-0.124 0.000,0.079 0.000,0.061 0.000,0.045 0.000,0.102 0.000,0.043 0.000,0.145 0.000,-0.048 0.000,-0.152 0.000,-0.103 0.000,-0.111 0.000,-0.111 0.000,1.470 0.000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1636.000 961.000,'-0.026'0.040,"-0.047"0.070,-0.182 0.365,-0.103 0.299,0.116-0.221,-0.028 0.094,-0.199 0.630,-0.045 0.310,-0.029 0.264,-0.017 0.217,0.032-0.070,-0.043 0.161,-0.004 0.154,0.024 0.142,-0.107 0.933,0.103-0.074,0.110-0.184,0.120-0.084,0.083-0.005,0.108-0.970,0.031-0.064,0.010 0.665,0.042-0.273,0.031-0.302,0.021-0.201,0.005-0.829,0.004-0.057,0.008 0.258,0.003-0.069,0.033 0.016,0.048-0.163,0.012-0.320,0.039-0.073,0.151 0.159,0.069-0.102,0.042-0.094,0.021-0.081,0.006-0.067,0.052-0.110,0.095-0.064,0.102-0.018,-0.027-0.029,-0.066-0.012,-0.049-0.026,-0.035-0.032,0.068-0.023,0.048-0.039,-0.279-0.065,0.008-0.009,0.160 0.000,0.053-0.013,0.176-0.034,0.114-0.048,0.487-0.123,0.069-0.092,-0.051-0.076,-0.014-0.076,-0.071-0.055,-0.416 0.123,-0.019-0.019,0.460-0.257,-0.040-0.017,-0.321 0.118,-0.118 0.002,1.490-1.000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1687.000 987.000,'0.000'-0.047,"0.000"-0.078,0.000-0.097,0.000-0.143,0.000-0.053,0.000-0.020,0.000 0.003,0.000 0.018,0.000 0.013,0.000-0.016,0.000-0.002,0.000 0.008,0.000-0.174,0.000-0.021,0.000 0.010,0.000 0.111,0.000-0.028,0.000-0.057,0.000 0.004,0.000 0.016,-0.147-0.177,-0.048 0.096,-0.069-0.053,-0.108-0.029,-0.130-0.010,-0.306-0.177,-0.130 0.033,0.343 0.366,-0.036 0.014,-0.418-0.157,-0.079 0.068,-0.021 0.078,0.020 0.081,0.084 0.094,0.015 0.065,-0.069 0.041,0.091 0.063,0.107 0.052,0.111 0.042,0.231 0.034,0.044 0.016,-0.077 0.031,0.068 0.038,0.062 0.037,0.054 0.035,0.094 0.046,0.049 0.082,0.069 0.040,0.034 0.079,0.117-0.259,-0.078 0.372,0.027 0.068,0.009 0.336,0.037 0.035,0.027-0.190,0.014-0.015,0.014 0.147,0.010-0.048,0.034-0.272,0.063-0.021,0.133 0.152,0.083 0.021,0.016-0.052,0.045 0.035,0.096 0.106,0.033-0.003,-0.103-0.185,0.012-0.012,0.142 0.147,0.009-0.027,-0.055-0.110,0.013-0.035,0.016-0.036,0.079 0.044,0.172 0.166,0.075 0.110,-0.160-0.119,0.036 0.079,0.245 0.340,-0.010 0.066,-0.036 0.091,-0.051 0.104,-0.089 0.016,-0.108-0.044,-0.287-0.456,-0.051 0.005,0.106 0.596,-0.124-0.089,-0.137-0.359,-0.058-0.071,-0.049-0.066,-0.049-0.233,-0.015 0.227,-0.026-0.026,-0.022 0.051,-0.016-0.084,-0.010-0.094,-0.005-0.095,-0.001-0.075,0.001-0.057,-0.041-0.118,-0.075-0.061,-0.053-0.093,-0.082-0.045,-0.196-0.003,-0.078-0.061,0.000-0.060,-0.065-0.034,-0.130-0.026,-0.019-0.027,0.089 0.005,0.011 0.028,-0.181 0.041,-0.018 0.010,0.270-0.034,0.010-0.003,-0.152 0.012,0.027-0.011,0.179-0.023,0.016-0.007,-0.134-0.001,0.007-0.009,0.026-0.008,0.038-0.007,-0.050-0.025,0.107-0.038,0.110-0.040,0.102-0.038,0.128-0.073,0.046-0.111,0.040-0.111,0.136-0.271,0.212-0.130,0.021 0.181,0.097-0.080,0.349-0.451,0.146-0.079,-0.252 0.461,0.081-0.036,0.505-0.455,0.099 0.017,-0.104 0.161,0.019 0.020,-0.020 0.041,-0.046 0.055,0.308-0.252,-0.156 0.136,-0.635 0.553,-0.043 0.056,0.224-0.146,-0.075 0.075,0.001 0.023,-0.128 0.114,-0.122 0.105,-0.108 0.091,-0.091 0.075,-0.073 0.059,-0.056 0.044,-0.041 0.031,-0.028 0.021,0.091 0.000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1710.000 1010.000,'0.011'0.032,"0.017"0.051,0.020 0.061,0.021 0.063,0.020 0.061,0.018 0.055,0.014 0.078,-0.005 0.042,-0.031-0.069,-0.009 0.020,-0.010 0.019,-0.010 0.018,-0.034 0.016,-0.048 0.014,-0.180 0.216,-0.116-0.018,-0.072-0.067,0.041-0.133,0.017-0.058,0.033-0.054,0.041-0.047,0.044-0.040,0.043-0.033,-1.118 0.000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1753.000 971.000,'0.010'-0.030,"0.016"-0.047,0.018-0.053,0.018-0.053,0.016-0.049,0.014-0.042,0.011-0.034,0.009-0.027,-0.039 0.098,-0.004-0.019,-0.014 0.019,-0.005-0.020,0.020-0.271,-0.014-0.098,-0.043 0.091,-0.047-0.023,-0.074-0.057,-0.071 0.045,-0.019 0.166,-0.073 0.044,-0.305-0.110,-0.177 0.014,-0.156-0.007,-0.099 0.112,-0.223 0.030,0.118 0.101,-1.145-0.086,-0.166 0.062,-0.001 0.057,-0.161 0.087,0.146 0.117,1.173 0.026,0.057 0.039,-0.461 0.164,0.167 0.128,0.173 0.154,0.166 0.162,0.179 0.189,0.082 0.219,0.190-0.022,0.083 0.084,-0.010 0.396,0.183-0.020,0.194-0.230,0.138-0.080,0.151-0.099,0.153-0.108,0.148-0.109,0.214-0.039,0.145-0.155,0.294-0.103,-0.082-0.226,0.109-0.092,0.224-0.093,0.053-0.130,-0.238-0.090,0.070-0.073,0.198-0.103,-0.010-0.079,0.106-0.118,-0.093-0.064,-0.211 0.014,-0.051-0.029,0.166-0.151,-0.115-0.013,-0.206 0.064,-0.089 0.005,-0.209 0.148,-0.008 0.032,0.073-0.006,-0.016 0.053,0.170-0.017,-0.070 0.089,-0.078 0.077,-0.082 0.061,-0.108 0.052,-0.100 0.038,-0.087 0.026,-0.072 0.017,-0.056 0.010,-0.041 0.004,-0.029 0.001,-0.018-0.001,-0.011-0.003,-0.005-0.003,-0.001-0.003,0.014-0.004,0.043-0.002,0.052-0.001,0.055-0.001,0.128-0.001,0.092-0.001,0.054-0.001,0.024 0.000,0.085 0.000,-0.041 0.000,-0.060 0.000,-0.068 0.000,-0.067 0.000,-0.062 0.000,-0.054 0.000,-0.045 0.000,-0.036 0.000,-0.001 0.000,0.005 0.000,0.016 0.000,0.022 0.000,0.023 0.000,0.022 0.000,-0.008 0.028,-0.026 0.043,-0.035 0.048,-0.038 0.048,-0.036 0.043,-0.032 0.037,-0.060 0.010,-0.052 0.110,-0.060 0.055,-0.081 0.114,-0.137 0.382,-0.042 0.219,-0.015 0.149,-0.021 0.206,0.003 0.147,0.020 0.098,-0.012 0.205,0.015 0.007,0.011-0.029,0.119-0.598,0.016 0.012,-0.028 0.277,-0.004 0.073,-0.142 0.980,-0.005-0.051,0.002-0.139,0.116-0.713,0.026-0.079,-0.017 0.171,0.000 0.105,-0.046 0.535,0.035-0.081,0.103-0.800,0.022-0.079,-0.031 0.638,0.048-0.293,0.072-0.943,0.011-0.081,-0.041 0.366,-0.036-0.183,-0.024-0.123,0.003-0.167,0.014-0.138,0.019-0.165,0.022-0.172,0.021-0.159,0.019-0.138,0.016-0.114,0.013-0.089,0.010-0.066,0.007-0.047,0.005-0.031,0.003-0.018,0.002-0.009,0.022-1.000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1768.000 955.000,'0.044'0.000,"0.069"0.000,0.080 0.000,0.081 0.000,0.076 0.000,0.612 0.000,-0.059 0.000,0.211 0.000,0.360 0.000,0.121 0.000,0.034 0.000,-0.029 0.000,0.287 0.000,-0.174 0.000,-0.612 0.000,-0.095 0.000,0.139 0.000,-0.139 0.000,-0.298 0.000,-0.064 0.000,0.047 0.000,-0.087 0.000,-0.079 0.000,-0.069 0.000,-0.008 0.012,-0.077 0.019,-0.064 0.022,-0.052 0.023,-0.040 0.021,-0.029 0.019,-0.031 0.024,0.006 0.056,0.014 0.065,0.068 0.134,0.024 0.040,0.021 0.016,-0.078-0.105,-0.015 0.013,0.051 0.087,0.048 0.088,0.093 0.203,0.045 0.138,0.004 0.071,-0.023 0.021,-0.054-0.094,0.001 0.015,-0.016 0.063,-0.028 0.094,0.025 0.437,-0.060 0.150,-0.095-0.447,0.003 0.043,0.021 0.277,-0.014 0.119,-0.019 0.150,-0.022 0.164,0.016 0.465,0.004 0.047,0.013-0.019,-0.029-0.377,-0.009-0.024,-0.078-1.008,0.070 1.398,-0.021 0.085,-0.030-0.280,-0.016-0.035,-0.010 0.171,-0.017-0.151,-0.016-0.383,-0.009-0.137,-0.007 0.047,-0.007-0.155,-0.005-0.140,-0.004-0.121,-0.002-0.250,-0.001-0.100,0.000-0.193,0.000-0.064,-0.001 0.113,0.000-0.081,0.001-0.070,0.001-0.057,0.000 0.032,0.001-0.095,0.001-0.088,0.001-0.077,0.000-0.063,-0.066-0.041,-0.101-0.031,-0.113-0.019,-0.110-0.010,0.043-0.075,-0.076-0.017,-0.126 0.023,-0.047 0.025,-0.026 0.006,-0.010-0.007,0.071-0.009,0.004 0.024,-0.109 0.061,0.054-0.011,0.065-0.025,0.067-0.032,0.064-0.034,0.035-0.033,0.014-0.030,-0.001 0.011,-0.010 0.036,0.048-0.008,-0.002 0.000,-0.001-0.007,-1.233 0.000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1024.000 827.000,'-0.663'0.147,"-0.417"0.172,-0.441 0.227,-0.756 0.357,-0.540 0.270,0.543-0.201,-0.379 0.186,-2.108 0.952,-0.860 0.394,1.974-0.871,-0.344 0.165,-2.618 1.187,-0.280 0.121,-0.032 0.001,0.138-0.080,-1.083 0.362,-0.770 0.221,1.627-0.752,-0.254 0.025,-1.914 0.611,0.086-0.190,0.267-0.258,2.692-0.970,-4.128 1.269,0.288-0.209,2.417-0.813,0.492-0.195,-0.227 0.023,0.669-0.233,2.556-0.746,0.356-0.102,-1.124 0.380,0.781-0.161,0.304-0.010,1.008-0.273,0.857-0.253,0.691-0.219,0.530-0.180,0.386-0.140,0.265-0.104,0.169-0.073,0.095-0.048,0.042-0.028,0.006-0.014,-0.017-0.004,-0.029 0.003,-0.034 0.006,-0.034 0.008,0.072-0.032,0.121-0.027,3.397 0.000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1062.000 825.000,'-0.018'0.092,"-0.030"0.151,-0.036 0.182,-0.025 0.246,-0.008 0.234,0.001 0.283,0.008 0.300,0.031-0.099,0.008 0.285,-0.022 1.146,-0.028 0.748,-0.033 1.206,-0.003 0.527,-0.052 0.279,-0.083 0.094,-0.038-0.066,-0.006-0.170,0.066-1.366,-0.015-0.157,-0.082 0.766,0.021-0.443,0.035-0.478,0.042-0.473,0.015-0.396,-0.005-0.321,0.092-0.982,0.009-0.100,0.107-0.994,-0.158 1.489,-0.016-0.044,-0.001-0.075,0.010-0.094,-0.041 0.350,0.041-0.297,0.043-0.308,-0.130 1.000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1100.000 827.000,'0.061'0.020,"0.094"0.031,0.107 0.036,0.106 0.035,-0.019 0.001,0.079 0.039,0.107 0.138,0.122 0.202,0.331 0.394,0.289 0.349,0.990 1.240,0.442 0.609,0.213 0.311,-0.358-0.390,0.092 0.125,-0.276-0.265,-0.005 0.089,-0.021 0.089,-0.032 0.084,0.558 0.905,-0.042 0.037,-0.624-0.851,-0.050-0.036,-0.578-0.831,-0.032-0.022,1.045 1.438,0.206 0.106,-0.169-0.440,0.142-0.051,0.906 0.726,0.122-0.197,-0.725-0.979,0.045-0.207,-0.044-0.253,-0.106-0.273,-0.169-0.275,-0.205-0.263,0.267 0.002,-0.419-0.389,-0.347-0.278,-0.490-0.280,-0.437-0.205,-0.375-0.171,-0.231-0.104,-0.169-0.074,-0.116-0.049,-0.074-0.030,-0.042-0.015,-0.018-0.005,0.273 0.000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966.000 945.000,'0.067'-0.022,"0.101"-0.034,0.113-0.038,0.110-0.037,-0.093 0.043,0.062 0.000,0.166-0.014,0.074 0.009,0.059 0.011,0.046 0.012,0.423 0.009,0.280 0.013,-0.026 0.014,0.075 0.008,0.087 0.006,-0.072 0.006,-0.115 0.005,-0.138 0.004,-0.016 0.012,-0.245 0.016,-0.235 0.016,-0.212 0.016,-0.181 0.014,-0.149 0.012,-0.117 0.010,-0.088 0.008,-0.063 0.006,-0.791 0.000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970.000 948.000,'0.000'0.055,"0.000"0.090,0.000 0.109,0.000 0.080,0.000 0.102,-0.030 0.180,-0.048 0.108,-0.028 0.089,-0.013 0.071,0.026-0.145,0.003 0.066,-0.077 0.517,-0.024 0.190,-0.005 0.113,0.008 0.054,0.052-0.358,0.013 0.018,-0.012 0.444,0.024 0.055,0.030-0.167,0.017 0.042,0.007 0.459,0.019-0.030,0.019-0.693,0.006-0.054,0.005 0.375,0.007-0.187,0.005-0.202,0.003-0.199,0.002-0.183,-0.004-0.603,0.029 0.452,0.038-0.152,0.044-0.148,0.124-0.164,0.196-0.097,0.083-0.097,0.116-0.055,0.266-0.041,0.192-0.045,0.037-0.019,0.047 0.001,0.010 0.012,-0.016 0.020,-0.184-0.004,0.053 0.003,0.340 0.009,0.119-0.003,0.235 0.002,-0.042-0.009,0.228-0.001,-0.216-0.014,-0.590-0.019,-0.118-0.006,-0.296-0.008,-0.029-0.003,0.175-0.024,-0.051-0.043,0.098-0.057,-0.115-0.019,-0.116-0.002,-0.108 0.008,-0.095 0.015,0.493 0.000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1017.000 952.000,'0.043'-0.009,"0.066"-0.013,0.076-0.015,0.077-0.015,0.071-0.014,0.062-0.012,0.052-0.010,0.041-0.008,0.031-0.006,-0.094 0.056,0.025 0.058,0.028 0.072,0.152 0.168,0.011 0.150,0.015 0.322,0.004 0.260,-0.025 0.189,-0.042 0.130,-0.141-0.002,-0.055 0.146,-0.058 0.099,-0.005 0.603,-0.085-0.156,-0.035-0.004,-0.021-0.047,-0.011-0.073,-0.069-0.628,-0.009 0.029,0.017 0.451,-0.019-0.014,-0.018-0.043,-0.017 0.032,-0.086 0.014,-0.084-0.047,-0.082 0.096,-0.036-0.151,-0.056 0.037,0.021-0.315,0.039-0.307,0.047-0.275,0.047-0.232,0.044-0.186,0.038-0.142,0.031-0.103,0.024-0.070,0.018-0.044,0.012-0.024,0.008-0.010,0.005-0.001,0.002 0.005,0.001 0.008,-0.001 0.010,-0.001 0.009,-0.001 0.009,-0.001 0.007,-0.001 0.006,0.077 0.005,0.090 0.002,0.085 0.002,0.078 0.001,0.155 0.001,0.100 0.001,-0.106 0.000,0.026 0.000,-0.396-0.001,0.642 0.001,0.032 0.000,-0.068 0.000,0.028 0.000,0.108 0.000,-0.019 0.000,-0.036 0.000,-0.045 0.000,0.030 0.000,-0.063 0.000,1.681 0.000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1069.000 986.000,'-0.072'0.180,"-0.088"0.164,-0.124 0.217,-0.082 0.117,-0.089 0.098,-0.089 0.080,-0.145 0.188,-0.041 0.052,0.070-0.122,0.000-0.023,0.007-0.037,0.012-0.046,-0.031 0.045,0.073-0.068,0.110-0.147,0.031-0.047,0.020-0.064,0.011-0.073,-0.048-0.003,0.002-0.046,-0.083 0.016,0.040-0.096,0.048-0.093,0.048-0.082,-0.695 0.000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1068.000 935.000,'0.040'-0.013,"0.070"-0.023,0.176-0.043,0.133-0.018,0.193-0.008,0.226-0.001,0.229-0.002,0.106 0.009,0.051 0.012,0.010 0.013,-0.054 0.063,0.028 0.089,0.194 0.145,0.035 0.138,-0.162 0.087,-0.015 0.140,0.243 0.333,-0.120 0.125,-0.467-0.258,-0.036 0.067,0.097 0.218,-0.020 0.089,-0.720-0.859,0.580 0.940,-0.042 0.146,0.153 0.554,-0.072 0.050,0.041 0.361,-0.170-0.215,-0.168-0.231,-0.151-0.221,-0.172-0.239,-0.170-0.229,-0.146-0.416,-0.158-0.050,-0.292 0.114,-0.183-0.075,0.146-0.254,-0.066 0.005,-0.400 0.200,-0.080-0.076,0.103-0.124,0.060-0.068,0.087-0.063,0.099-0.055,0.102-0.047,0.108-0.008,0.207-0.032,0.206-0.022,0.189-0.014,0.164-0.007,0.135-0.003,0.107 0.000,0.081 0.002,0.031 0.019,0.121 0.077,0.130 0.152,0.129 0.194,0.013 0.045,0.133 0.098,0.469 0.411,-0.038 0.068,-0.123 0.017,-0.357-0.155,-0.155 0.084,-0.128 0.042,-0.102 0.012,-0.159-0.127,-0.085 0.027,-0.003 0.555,-0.122 0.007,-0.099-0.087,-0.204-0.219,-0.177 0.001,-0.168-0.026,-0.152-0.043,-0.132-0.081,-0.110-0.103,-0.149-0.141,-0.166-0.158,0.334-0.357,0.002-0.047,-0.253 0.076,-0.007-0.090,-0.285 0.006,0.107-0.135,0.136-0.113,-1.668 0.000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1113.000 944.000,'0.118'0.000,"0.196"0.000,0.098 0.000,0.458 0.000,0.281 0.000,0.240 0.000,0.332 0.000,0.146 0.000,0.089 0.000,-0.519 0.000,0.900 0.000,0.102 0.000,-0.017 0.000,-0.096 0.000,0.172 0.000,-0.341 0.000,-0.363 0.000,-0.659 0.024,-0.203 0.039,-0.122 0.069,-0.210 0.063,-0.178 0.061,-0.145 0.056,-0.122 0.004,-0.072 0.036,-0.055 0.080,-0.041 0.107,0.007-0.393,-0.024 0.443,-0.011 0.155,-0.047 0.962,-0.007 0.357,0.029-0.510,0.003 0.098,-0.010 0.644,0.009 0.128,0.012-0.133,0.009-0.068,0.008-0.112,0.007-0.137,0.006 0.041,0.006-0.022,0.005-0.186,0.003 0.082,0.002-0.206,0.001 0.016,0.076 1.033,0.043 0.030,-0.040-1.145,0.003-0.048,0.055 0.902,-0.009-0.202,-0.046-0.790,-0.009-0.099,0.006 0.250,-0.015-0.136,-0.042-0.286,-0.049-0.118,-0.133 0.098,-0.143-0.163,0.003-0.378,-0.109-0.058,-0.317 0.092,-0.181-0.063,-0.711 0.171,-0.311-0.032,-0.141-0.083,0.448-0.206,-0.091-0.025,-0.283 0.007,-0.017-0.060,0.278-0.078,0.089-0.024,0.110-0.015,-4.662 0.000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1194.000 943.000,'0.042'0.000,"0.064"0.000,0.073 0.000,0.072 0.000,0.065 0.000,0.056 0.000,-0.295 0.000,0.804 0.000,0.330 0.000,0.196 0.000,0.095 0.000,-0.592 0.013,0.009 0.023,0.480 0.057,-0.009 0.021,-0.345-0.021,-0.047 0.000,0.198 0.051,-0.100 0.038,2.621 1.000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1200.000 946.000,'-0.047'0.094,"-0.078"0.157,-0.073 0.171,-0.067 0.172,-0.058 0.212,-0.050 0.231,-0.099 0.395,-0.037 0.213,0.080-0.212,-0.045 0.190,-0.193 0.841,-0.029 0.346,0.095-0.048,0.041 0.270,-0.030 0.621,0.033 0.124,0.055 0.008,0.067-0.071,0.105-0.532,0.056-0.140,0.209-2.291,-0.124 1.781,0.037-0.128,0.011 0.415,0.045-0.322,0.036-0.337,0.028-0.327,0.020-0.589,0.010-0.163,0.031 0.186,0.034-0.297,0.032-0.247,0.029-0.196,0.024-0.149,0.042-0.143,0.090-0.076,-0.047-0.080,0.057-0.023,0.374-0.040,0.237-0.066,0.362-0.063,0.183-0.031,-0.037-0.017,0.116-0.040,0.264-0.049,0.003-0.001,0.224-0.047,-0.238 0.011,-0.281 0.014,-0.283 0.015,-0.260 0.014,0.559 0.000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1235.000 951.000,'-0.123'0.123,"-0.192"0.192,-0.223 0.223,-0.324 0.618,-0.120 0.226,-0.170 0.238,0.044-0.011,-0.055 0.162,-0.008 0.150,0.026 0.134,-0.051 0.344,0.133 0.006,0.311-0.564,0.065-0.035,-0.144 0.661,0.157-0.180,0.231-0.591,0.089-0.128,0.074 0.170,0.161-0.233,0.108-0.560,0.073-0.098,0.224 0.070,0.241-0.170,-0.091-0.306,0.082-0.044,0.581 0.097,0.241-0.097,0.143-0.089,0.068-0.079,-0.162-0.055,-0.011-0.005,-0.026-0.012,-0.035-0.016,0.011-0.011,-0.094-0.021,-0.104-0.020,-0.106-0.019,-0.053-0.015,-0.105-0.016,-0.068-0.012,-0.123-0.011,-0.113-0.009,-0.098-0.006,-0.082-0.004,-0.052-0.028,-0.091-0.039,-0.076-0.042,-0.060-0.041,-0.046-0.036,-0.033-0.030,-0.022-0.024,0.008-0.041,0.026-0.042,0.035-0.041,0.037-0.036,0.516-1.000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1242.000 970.000,'-0.028'0.112,"-0.043"0.171,-0.048 0.193,-0.028 0.313,-0.063 0.307,-0.069 0.224,0.070-0.301,-0.006 0.122,-0.053 0.351,-0.021 0.139,-0.092 0.689,0.016 0.162,0.000 0.338,0.053-0.057,0.121-0.911,0.028-0.092,-0.003 0.344,0.039-0.173,0.030-0.552,-0.013-0.123,-0.031 0.080,0.002-0.189,0.008-0.179,0.013-0.163,0.007-0.098,0.019-0.152,0.018-0.126,0.017-0.100,0.015-0.077,0.012-0.057,0.037 0.000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1250.000 1006.000,'0.014'0.056,"0.021"0.086,0.024 0.097,0.024 0.095,0.022 0.087,0.019 0.074,-0.019 0.105,-0.006 0.147,0.005 0.031,0.030 0.115,0.071 0.424,-0.001 0.024,-0.018-0.042,-0.048-0.269,-0.021-0.076,-0.006-0.168,0.023-0.058,0.903 2.000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1272.000 957.000,'0.000'0.070,"0.000"0.107,0.000 0.121,0.000 0.119,0.000 0.108,0.000 0.093,0.000 0.055,0.000 0.173,0.000 0.189,-0.047 0.037,-0.078 0.222,-0.022 0.039,-0.023 0.228,-0.086 0.773,-0.032 0.399,-0.113 1.300,0.024 0.013,0.046-0.219,0.107-0.566,0.109-0.376,0.105-0.626,0.093-0.333,0.118-0.310,0.127-0.276,0.022-0.441,0.112-0.122,0.271-0.044,0.230-0.145,0.213-0.131,0.190-0.115,0.189-0.051,0.085-0.050,0.213-0.029,-0.075-0.053,0.038-0.036,-0.288-0.047,-0.312-0.035,-0.302-0.026,-0.272-0.017,-0.233-0.011,-0.189-0.006,-0.180 0.025,-0.161 0.043,-0.131 0.050,-0.101 0.051,-0.074 0.046,-0.052 0.040,-0.047 0.029,-0.176 0.109,-0.700 0.382,-0.170 0.079,-0.056 0.007,0.059-0.119,-0.068-0.035,0.152-0.104,-0.022-0.024,-0.393 0.098,0.218-0.115,0.274-0.124,0.286-0.120,0.270-0.107,0.238-0.091,0.198-0.073,0.157-0.056,0.119-0.041,0.085-0.028,0.487 0.000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1275.000 973.000,'0.061'0.000,"0.094"0.000,0.107 0.000,0.106 0.000,0.052-0.037,0.050-0.058,-0.162 0.027,0.039-0.007,0.250-0.074,0.046-0.046,-0.030 0.006,0.048-0.002,0.010-0.007,0.063-0.016,0.430-0.136,0.062-0.040,0.052-0.022,-0.097 0.037,-0.131 0.054,-0.232 0.083,-0.115 0.047,-0.106 0.044,-0.093 0.039,0.671 0.000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1305.000 951.000,'0.118'-0.024,"0.196"-0.039,0.196-0.025,0.186-0.014,0.332-0.049,0.224-0.045,0.016 0.007,0.145-0.002,0.107 0.008,0.075 0.014,0.049 0.018,0.028 0.020,0.165 0.009,-0.110 0.025,-0.147 0.022,-0.164 0.020,0.016 0.013,-0.244 0.018,-0.222 0.013,-0.246 0.068,-0.048 0.101,-0.175 0.001,-0.019 0.021,0.114 0.126,-0.021 0.092,-0.101 0.010,-0.049 0.043,-0.077-0.013,-0.012 0.053,0.035 0.130,-0.010 0.045,-0.008 0.032,-0.087-0.166,0.007 0.005,0.131 0.274,-0.027-0.014,-0.050-0.110,0.002-0.024,-0.014 0.023,-0.024 0.007,-0.003 0.111,-0.043 0.029,-0.080-0.167,-0.026 0.025,-0.006 0.179,-0.031 0.015,-0.027 0.003,-0.023-0.005,-0.018 0.145,-0.016 0.150,-0.011 0.035,-0.007 0.203,-0.006 0.514,-0.003 0.351,0.000-0.032,0.000 0.193,0.000 0.423,0.001 0.284,0.001 0.195,0.001 0.123,-0.069-0.005,-0.116-0.096,-0.147 0.282,-0.093-0.162,-0.004-0.591,-0.040-0.234,-0.097 0.052,-0.021-0.262,0.128-0.704,-0.005-0.146,-0.249 0.419,-0.050-0.246,0.124-0.515,-0.039-0.150,-0.139 0.026,-0.046-0.054,0.135-0.283,-0.090-0.043,-0.292 0.107,-0.040-0.079,0.000-0.079,0.348-0.248,-0.025-0.024,-0.473 0.179,-0.018-0.032,0.433-0.218,-0.024-0.029,-0.537 0.125,-0.054-0.025,0.163-0.082,0.013-0.041,-0.270 0.034,0.110-0.028,0.131-0.017,0.836-0.184,-4.109 0.000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1051.000 767.000,'0.025'0.000,"0.038"0.000,0.042 0.000,0.042 0.000,0.037 0.000,0.032 0.000,0.025 0.000,0.019 0.000,0.014 0.000,0.010 0.000,0.006 0.000,0.003 0.000,0.001 0.000,0.000 0.000,0.067 0.045,0.095 0.068,-0.012 0.030,0.081 0.055,-0.151-0.041,0.022 0.028,0.167 0.116,0.022 0.048,0.088 0.126,0.000 0.087,-0.107 0.052,-0.049 0.147,-0.092-0.006,-0.018 0.075,0.070 0.370,-0.060 0.108,-0.098-0.055,-0.052 0.100,-0.029 0.297,-0.057 0.108,-0.059-0.150,-0.033 0.027,-0.114 0.221,-0.172-0.010,-0.085-0.203,-0.086 0.018,-0.091 0.005,-0.090-0.004,-0.207 0.165,-0.138-0.078,-0.159-0.127,-0.164-0.153,0.139-0.388,-0.095-0.067,-0.787 0.410,0.060-0.184,0.251-0.237,0.257-0.197,0.275-0.180,0.263-0.154,0.234-0.125,0.196-0.097,0.156-0.071,0.119-0.049,0.086-0.032,0.194-0.027,0.240-0.024,0.280-0.020,0.086-0.013,0.237-0.006,0.193-0.005,0.153-0.003,0.374-0.003,0.189-0.002,-0.126 0.000,0.047 0.000,0.190-0.001,-0.113 0.000,-0.334 0.001,-0.139 0.001,0.213 0.000,-0.315 0.001,-0.298 0.001,-0.261 0.001,-0.216 0.001,-0.170 0.000,-0.127 0.000,-0.089 0.000,-0.059 0.000,-0.035 0.000,-0.018 0.000,0.016 0.000,0.039 0.000,0.049 0.000,0.052 0.000,0.051 0.000,0.046 0.000,0.040 0.000,1.359 0.000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1091.000 814.000,'-0.004'0.013,"-0.006"0.019,-0.007 0.022,-0.007 0.021,-0.006 0.019,-0.005 0.016,-0.004 0.012,-0.003 0.009,-0.002 0.007,-0.001 0.004,-0.001 0.003,0.000 0.001,0.000 0.001,0.000 0.000,0.000 0.000,0.000-0.001,0.000-0.001,0.000-0.001,0.000-0.001,0.000 0.000,0.000 0.000,-0.008 0.001,-0.036 0.069,-0.068 0.136,-0.059 0.113,-0.020 0.034,-0.044 0.085,-0.042 0.080,-0.038 0.073,-0.088 0.173,-0.032 0.061,-0.011-0.073,-0.047-0.018,-0.077 0.071,0.030-0.053,-0.059 0.068,0.057-0.112,0.056-0.113,0.178-0.235,0.048-0.036,-0.525 1.000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721.000 917.000,'0.123'0.000,"0.192"0.000,0.223 0.000,0.471 0.000,0.203 0.000,0.252 0.000,0.717 0.000,0.310 0.000,-0.556 0.000,0.138 0.000,0.887 0.000,-0.192 0.000,-0.005 0.000,-0.393 0.000,-0.126 0.000,0.063 0.030,-0.255 0.048,-0.110 0.047,-0.404 0.013,-0.382-0.002,-0.339-0.012,-0.286-0.017,-0.230-0.019,-0.177-0.019,-0.130-0.017,-0.090-0.015,-1.009 0.000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732.000 919.000,'-0.033'0.050,"-0.053"0.079,-0.062 0.093,-0.064 0.097,0.005 0.029,-0.067 0.162,-0.205 0.495,-0.116 0.355,0.070-0.080,-0.064 0.246,-0.271 0.918,-0.078 0.448,0.174-0.420,-0.034 0.222,-0.446 1.701,-0.085 0.430,0.402-1.343,0.018 0.097,-0.184 1.109,0.117-0.043,0.170-0.593,0.034-0.081,-0.019 0.306,0.099-0.265,0.057 0.003,0.132-0.506,0.245-1.574,0.041-0.145,-0.039 0.785,0.086-0.416,0.105-0.991,0.044-0.104,0.023-0.723,0.180 0.857,0.135-0.156,0.129-0.161,0.118-0.156,0.203-0.093,0.103-0.162,-0.012-0.161,0.091-0.092,0.435-0.062,0.041-0.096,-0.010-0.064,0.134-0.042,0.139-0.021,-0.747 0.015,0.031-0.024,0.556-0.078,0.188-0.054,0.647-0.115,-0.102-0.005,-0.227 0.024,-0.286 0.039,-0.299-0.019,-0.423 0.057,-0.120 0.011,-0.096 0.018,-0.075 0.022,-0.057 0.024,1.924 0.000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868.000 922.000,'0.042'0.000,"0.066"0.000,0.076 0.000,0.077 0.000,0.072 0.000,0.064 0.000,0.054 0.000,0.075-0.030,0.169-0.048,0.162-0.028,0.148-0.013,-0.145 0.026,0.082 0.003,0.553-0.017,0.162 0.012,-0.129 0.022,0.015 0.011,0.325 0.002,-0.140 0.016,-0.318 0.015,-0.153 0.009,-0.056 0.007,-0.189 0.007,-0.171 0.005,-0.237 0.016,-0.096 0.023,-0.080 0.028,-0.065 0.029,0.024 0.087,-0.005 0.081,0.018 0.081,-0.025 0.107,0.018 0.128,-0.053 0.024,-0.023 0.082,-0.031 0.073,-0.036 0.064,0.005 0.289,-0.056 0.046,-0.085-0.320,-0.023 0.044,-0.007 0.343,-0.028 0.078,-0.022 0.125,-0.017 0.148,-0.013 0.126,-0.009 0.103,-0.001-0.525,-0.002 0.118,-0.008 1.307,-0.001 0.263,-0.031-0.770,-0.061 0.155,-0.130 0.991,-0.083 0.285,0.049-0.676,-0.007 0.135,-0.101 1.103,-0.022 0.139,0.052-0.493,0.022-0.072,-0.071 0.695,0.000-0.375,0.170-1.801,0.014-0.166,0.145-1.428,-0.204 1.900,0.016-0.369,0.012-0.374,0.008-0.358,-0.017-0.173,0.035-0.357,0.038-0.280,0.038-0.211,-0.003-0.157,-0.042-0.082,-0.058-0.048,-0.045-0.042,-0.024-0.039,-0.011-0.032,-0.002-0.026,-0.142 0.054,-0.076-0.002,-0.143 0.008,-0.116 0.024,-0.092 0.035,-0.201 0.042,-0.054 0.003,0.079-0.021,0.055-0.016,0.079-0.020,0.091-0.022,0.123-0.027,0.062-0.018,0.029-0.017,0.003-0.015,-0.266-0.006,-0.026-0.019,0.264-0.037,0.016-0.045,-2.412 0.000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773.000 952.000,'-0.016'0.080,"-0.025"0.123,-0.028 0.141,-0.028 0.140,-0.026 0.129,0.025-0.052,0.002 0.108,0.029 0.258,0.048 0.210,0.131 0.383,0.173 0.192,0.094-0.098,0.119 0.060,0.294 0.436,0.124-0.070,-0.349-0.873,0.012-0.062,0.443 0.556,0.035-0.201,-0.200-0.443,0.015-0.155,0.220 0.003,-0.030-0.175,-0.048-0.138,-0.068-0.160,0.026-0.094,-0.116-0.145,-0.023-0.134,0.023-0.148,-0.061-0.133,-0.067-0.114,0.070-0.282,-0.214 0.023,-0.066-0.094,0.004-0.222,-0.042-0.121,-0.098 0.034,-0.050-0.082,-0.051-0.100,-0.050-0.108,-0.064 0.119,-0.032-0.028,-0.097 0.879,0.070-1.160,-0.031-0.039,-0.026 0.022,-0.021 0.065,-0.047-0.068,-0.063 0.140,-0.037 0.148,-0.018 0.145,-0.004 0.134,0.006 0.119,0.037 0.250,0.009 0.049,-0.071-0.175,-0.042 0.150,-0.135 0.096,-0.085 0.099,-0.115 0.057,0.000 0.082,-0.041 0.044,-0.091 0.034,-0.056 0.041,-0.053 0.035,-0.049 0.029,-0.084 0.024,-0.098 0.016,-0.421 0.061,0.102 0.082,0.158 0.039,0.177 0.009,0.173-0.010,0.156-0.020,0.178-0.033,0.102-0.021,0.084-0.020,0.067-0.018,0.051-0.015,0.037-0.012,0.025-0.009,0.016-0.007,-0.167 0.000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818.000 969.000,'0.000'0.050,"0.000"0.080,0.000 0.095,0.000 0.100,0.000 0.096,-0.018-0.043,-0.031 0.066,-0.064 0.197,-0.042 0.024,-0.034-0.009,-0.027-0.030,0.027-0.156,-0.027-0.012,0.150-0.330,-0.276 0.374,-0.064-0.009,-0.050-0.006,-0.038-0.004,-0.035 0.015,0.025-0.024,0.044-0.029,0.055-0.030,0.053-0.063,0.014-0.044,-1.174 0.000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853.000 942.000,'0.000'0.037,"0.000"0.058,0.000 0.067,0.000 0.068,0.000 0.063,0.000 0.056,0.000 0.258,0.000 0.234,0.000 0.213,-0.024 0.067,-0.039 0.300,-0.025 0.288,-0.014 0.266,-0.019 0.518,0.003 0.184,0.013-0.544,-0.024 0.033,-0.081 0.893,-0.002-0.174,0.051-0.737,0.014-0.168,-0.003 0.104,0.026-0.281,0.025-0.271,0.023-0.247,0.036-0.506,0.007-0.033,-0.002 0.337,0.013-0.120,0.010-0.126,0.007-0.122,0.061 2.000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1296.000 413.000,'0.223'-0.045,"0.337"-0.067,0.050 0.005,0.156-0.007,0.139 0.001,0.417-0.032,0.449-0.069,0.330-0.039,0.230-0.016,0.450-0.062,0.030-0.029,-0.261 0.022,-0.182 0.019,-0.226 0.030,-0.244 0.037,-0.304 0.026,-0.165-0.005,0.176-0.065,-0.292 0.033,-0.262 0.042,0.792 0.000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1305.000 417.000,'-0.021'0.128,"-0.034"0.205,-0.041 0.243,-0.025 0.080,-0.045 0.155,-0.095 0.143,-0.126 0.127,-0.024-0.015,-0.058 0.142,0.331-0.847,-0.510 1.533,-0.059 0.440,-0.056 0.392,-0.051 0.339,-0.099 0.744,0.057 0.255,0.142-0.295,0.044 0.146,-0.070 1.074,0.117-0.086,0.246-1.585,0.058-0.115,0.012 1.110,0.155-0.339,0.128-0.667,0.101-0.436,0.084-0.431,0.058-0.651,0.094-0.276,0.005-0.503,0.109-0.111,0.127-0.098,0.587 0.182,0.262-0.208,0.242-0.187,0.215-0.162,0.154-0.135,0.103-0.109,-0.414-0.093,0.071-0.042,0.578-0.040,-0.003-0.038,-0.326-0.016,-0.094-0.012,-0.017-0.029,-0.055-0.041,-0.079-0.047,-0.093-0.049,-0.099-0.048,-0.098-0.045,0.039-0.061,-0.161 0.007,-0.232 0.031,-0.155 0.012,-0.147 0.012,-0.133 0.012,-0.074 0.009,-0.085 0.035,0.886-1.000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1391.000 398.000,'-0.442'0.295,"-0.398"0.351,-0.340 0.361,0.056 0.016,-0.051 0.114,0.001 0.072,0.036 0.039,-0.193 0.387,-0.007 0.207,0.542-0.671,0.000 0.086,-0.274 0.786,0.044 0.236,-0.028 0.451,0.131 0.039,0.216-0.347,0.114-0.071,0.213 0.179,0.366-0.139,0.339-0.406,0.366-0.146,0.644-0.011,0.565-0.272,-0.115-0.477,0.310-0.101,1.437 0.193,0.306-0.231,-1.487-0.454,0.055-0.074,1.544 0.050,0.084-0.133,-0.361-0.129,-0.264-0.101,-0.338-0.089,-0.371-0.075,-0.491-0.063,-0.317-0.065,-0.132-0.101,-0.324-0.064,-0.377-0.001,-0.181-0.036,-0.047-0.183,-0.232-0.085,-0.309 0.250,-0.062-0.014,0.024-0.341,-0.092 0.030,-0.050 0.058,-0.020 0.071,0.092-1.000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1416.000 414.000,'-0.030'0.089,"-0.048"0.145,-0.117 0.350,-0.239 0.864,-0.158 0.704,0.149-0.394,-0.005 0.233,-0.203 1.283,0.004 0.255,0.201-0.980,0.003 0.093,-0.095 0.582,0.002-0.108,0.003-0.187,0.004-0.233,0.004-0.064,0.055-0.188,0.144-0.672,0.041-0.124,-0.075 0.469,0.020-0.234,0.012-0.139,0.057-0.331,0.058-0.303,0.054-0.260,0.131-0.700,-0.124 1.000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1447.000 461.000,'0.000'0.086,"0.000"0.137,0.000 0.162,0.000 0.219,0.000 0.106,0.000 0.062,-0.047-0.184,-0.078 0.002,-0.073 0.021,-0.067 0.033,-0.058 0.040,-0.050 0.044,-0.219 0.176,-0.111 0.034,-0.176 0.155,0.045-0.075,0.098-0.104,-2.183 2.000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1516.000 378.000,'-0.033'0.033,"-0.051"0.051,-0.057 0.057,-0.055 0.055,-0.049 0.049,-0.041 0.041,-0.033 0.033,-0.025 0.025,-0.582 2.128,-0.435 1.752,0.285-0.618,-0.089 0.608,-0.404 2.063,0.016 0.564,0.207-0.546,0.041 0.092,0.091-0.047,0.122-0.144,-0.020 0.739,0.206-0.730,0.196-0.831,0.177-0.841,0.152-0.790,0.314-1.153,0.232-0.107,0.414 0.518,0.303-0.219,-0.094-1.014,0.599 0.409,0.268-0.207,-0.048-0.430,0.133-0.193,1.218 0.292,0.005-0.434,-1.398-0.657,-0.055-0.101,0.886-0.065,-0.143-0.371,-0.404-0.283,-0.201-0.264,0.188-0.756,-0.261-0.244,-0.116-0.250,-0.166-0.152,-0.189-0.077,-0.068-0.361,-0.255 0.123,-0.222 0.181,-0.197 0.233,-0.130 0.054,-0.155 0.581,-0.103 0.041,-0.166-0.087,-0.169 0.100,-0.166 0.110,-0.425-0.135,-0.589 0.111,-0.334 0.206,-0.188 0.199,0.111 0.241,-0.174 0.104,-0.094 0.089,0.631 0.105,-1.129 0.042,0.082 0.121,0.661 0.063,0.165 0.069,-0.150 0.123,0.323 0.043,0.312 0.018,0.283 0.000,0.243-0.012,0.804 0.000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1548.000 399.000,'0.048'0.000,"0.074"0.000,0.084 0.000,0.084 0.000,0.077 0.000,-0.136 0.000,0.022 0.000,0.151 0.000,0.075 0.000,0.131 0.000,0.104 0.000,0.101 0.000,0.093 0.000,0.102 0.000,0.205 0.000,0.890 0.000,0.342 0.000,-0.841-0.018,0.033-0.031,-0.207-0.009,0.037-0.011,1.279-0.102,-0.147-0.044,-0.309-0.037,-0.742 0.062,-0.483 0.052,-0.090 0.007,0.537-0.078,-0.259 0.037,-0.462 0.066,-0.098 0.019,-0.219 0.031,-0.034 0.009,0.165-0.004,-0.045 0.016,-0.064 0.072,-0.073 0.106,-0.122 0.042,-0.013 0.085,0.038 0.133,0.006 0.071,0.057 0.185,0.017 0.135,-0.081-0.114,0.014 0.058,0.179 0.425,0.019 0.057,-0.102-0.184,0.007 0.088,0.160 0.444,0.060 0.136,-0.107-0.217,-0.035 0.014,-0.052-0.004,-0.061-0.016,-0.098 0.002,-0.012 0.252,0.017 0.931,-0.034 0.502,-0.064-0.075,-0.029 0.291,0.001 1.063,-0.041 0.042,-0.036-0.109,-0.036-0.372,-0.079 0.350,-0.119-0.243,-0.074-0.335,-0.038-0.378,-0.012-0.384,0.006-0.365,0.046-0.781,-0.016-0.156,-0.135 0.482,-0.041-0.214,0.075-0.750,-0.080 0.041,-0.373 0.694,-0.134-0.020,-0.127-0.070,-0.114-0.100,0.211-0.465,-0.034-0.063,-0.615 0.533,0.011-0.225,0.323-0.438,0.040-0.141,0.273-0.311,-0.016-0.094,-0.014-0.073,-0.012-0.055,-0.532 0.102,0.028-0.128,0.057-0.114,0.537-0.165,-0.678 0.013,-0.110-0.054,-0.052-0.043,0.255-0.032,0.028-0.018,0.041-0.013,-5.130 0.000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1395.000 502.000,'-0.156'0.111,"-0.236"0.169,-0.264 0.188,-0.257 0.183,0.088-0.002,-0.354 0.333,-1.464 1.306,-0.582 0.551,-0.393 0.376,0.283-0.168,-0.221 0.323,-0.730 0.869,-0.236 0.408,0.354-0.211,-0.145 0.315,-1.327 1.740,-0.149 0.428,1.664-1.956,-0.140 0.145,-1.644 1.691,-0.442 0.109,1.189-1.541,-0.251 0.000,-2.518 2.049,-0.512 0.145,0.874-1.001,0.123-0.306,-0.525 0.252,0.600-0.627,0.786-0.715,0.864-0.731,1.795-1.426,0.497-0.420,-0.550 0.345,0.966-0.764,0.832-0.639,0.682-0.510,0.535-0.389,0.401-0.283,0.285-0.194,0.198-0.149,0.127-0.111,0.078-0.082,0.041-0.057,0.836-1.000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1456.000 498.000,'0.000'0.157,"0.000"0.262,0.000 0.324,0.000 0.273,0.000 0.454,0.089 2.259,0.135 1.238,0.031 0.464,0.014 0.848,0.136 1.406,-0.044-0.899,0.009 0.559,0.104 4.271,-0.052 0.541,-0.067-0.294,-0.095-1.615,-0.054-0.807,-0.049-1.075,-0.043-1.180,-0.049-2.518,-0.017-0.583,-0.008 0.937,-0.025-1.246,-0.011-2.027,-0.004-0.277,-0.011 0.366,-0.005-0.657,-0.002-0.493,0.001-0.350,0.002-0.233,0.003-0.141,0.003-0.073,0.003-0.025,0.002 0.006,0.002 0.000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1520.000 494.000,'0.110'0.079,"0.183"0.131,0.226 0.162,0.130 0.083,0.213 0.134,0.845 0.537,0.691 0.421,0.390 0.239,0.737 0.468,0.877 0.580,0.935 0.633,2.146 1.334,1.508 0.859,-1.056-0.732,1.068 0.594,4.190 2.520,1.142 0.694,-1.234-0.682,0.062 0.156,1.304 0.916,-0.706-0.381,-2.342-1.399,-0.905-0.462,-0.577-0.267,-1.332-0.796,-1.329-0.823,-1.256-0.797,-0.594-0.266,-0.875-0.462,-1.461-1.051,-0.376-0.260,0.034 0.048,-0.334-0.243,-0.084-0.061,-0.340-0.292,-0.449-0.388,-0.188-0.183,-0.150-0.156,-0.116-0.129,-0.070-0.097,-0.137-0.136,-0.128-0.122,-0.116-0.106,-0.115-0.074,-0.056-0.027,1.060 0.000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1000.000 652.000,'0.141'0.000,"0.235"0.000,0.696-0.074,0.380-0.026,0.481-0.017,0.234 0.010,0.755-0.070,0.361-0.087,-0.232-0.005,0.045-0.012,0.706-0.062,-0.213 0.030,-0.801 0.078,-0.304 0.034,-0.317 0.034,-0.308 0.033,-0.540 0.026,-0.206-0.013,-0.079-0.024,-0.203 0.002,-0.168 0.008,0.190 0.000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1022.000 653.000,'-0.119'0.179,"-0.193"0.289,-0.101 0.151,-0.124 0.186,-0.306 0.533,-0.122 0.298,0.232-0.366,-0.071 0.138,-0.299 0.667,-0.011 0.234,0.029 0.229,0.055 0.212,0.007 0.575,0.153 0.222,0.380-1.383,0.011 0.051,-0.121 1.106,0.056 0.175,0.065 0.007,0.069-0.113,0.046 0.019,0.075-0.352,0.068-0.393,0.109-1.021,0.049-0.201,0.093-0.196,0.125-0.186,0.293 0.093,0.174-0.304,0.128-0.257,0.089-0.210,0.188-0.164,0.151-0.139,-0.170-0.078,0.104-0.045,0.468-0.118,0.216-0.096,0.431-0.133,0.126-0.075,0.485-0.182,-0.231-0.035,-0.327-0.005,-0.356 0.013,4.287-3.000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1073.000 650.000,'0.000'0.040,"0.000"0.070,-0.015 0.276,-0.024 0.231,-0.029 0.224,-0.030 0.206,-0.077 0.247,-0.086 0.456,-0.180 0.825,-0.151 0.500,-0.205 0.861,-0.071 0.296,0.029-0.370,-0.079 0.031,-0.146 0.357,0.027-0.267,0.065-0.343,0.087-0.374,0.116-0.575,0.025-0.231,0.029-0.280,0.031-0.302,-2.339 4.000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1086.000 696.000,'0.018'0.074,"0.030"0.120,0.036 0.146,0.025 0.161,0.008 0.130,0.011 0.205,-0.011 0.099,-0.043-0.229,-0.009 0.067,-0.009 0.058,-0.009 0.050,-0.004 0.156,-0.010-0.003,-0.009-0.004,-0.008-0.004,-0.035 0.093,-0.054-0.061,-0.857 2.000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1116.000 672.000,'0.061'-0.020,"0.094"-0.031,0.107-0.036,0.106-0.035,-0.033 0.015,0.021 0.000,0.009 0.006,0.000 0.009,0.009 0.016,0.051 0.011,0.063 0.011,0.069 0.010,0.129 0.066,0.029 0.107,-0.023 0.154,-0.057 0.177,-0.131 0.092,-0.067 0.147,-0.031 0.267,-0.082 0.154,-0.057 0.268,-0.079 0.088,-0.064 0.046,-0.120-0.426,-0.082 0.154,-0.089 0.127,-0.291 0.920,-0.172 0.109,-0.086-0.275,-0.172-0.059,-0.302 0.202,-0.148-0.055,0.249-0.577,-0.033-0.104,-0.354 0.278,0.006-0.157,0.150-0.262,0.104-0.179,0.124-0.175,0.131-0.164,0.266-0.245,0.097-0.073,-0.075 0.111,0.105-0.058,0.105-0.061,0.099-0.059,0.139-0.089,0.134-0.064,0.138-0.063,0.133-0.058,0.097-0.056,0.158-0.001,0.383 0.036,0.216-0.019,-0.001-0.038,0.079-0.020,0.088-0.015,-0.038-0.021,-0.075-0.019,-0.096-0.017,-0.087-0.014,-0.104-0.012,-0.098-0.010,1.340 0.000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1133.000 711.000,'0.000'0.112,"0.000"0.171,0.000 0.193,0.000-0.027,0.000 0.091,0.000 0.237,0.000 0.187,0.000-0.029,0.000 0.035,0.000 0.155,0.000 0.015,0.000-0.149,0.000-0.039,0.000 0.057,0.000-0.072,0.000-0.163,0.000-0.055,0.000 0.012,0.000-0.081,0.000-0.079,0.000-0.072,0.000 0.000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1169.000 668.000,'0.074'-0.018,"0.115"-0.029,0.134-0.033,0.135-0.034,0.200-0.013,0.227 0.001,0.125 0.110,0.233 0.156,-0.172 0.046,0.094 0.069,0.499 0.202,0.132 0.120,-0.374-0.064,0.004 0.066,0.140 0.167,-0.119 0.072,0.017 0.178,-0.168 0.051,-0.295-0.091,-0.155 0.020,-0.084 0.141,-0.174 0.006,-0.169-0.092,-0.117-0.049,-0.097-0.059,-0.078-0.064,-0.179 0.011,-0.191 0.050,-0.119-0.067,-0.153 0.059,-0.821 0.562,-0.470 0.074,0.405-0.461,-0.106-0.001,-0.818 0.459,-0.062-0.045,0.013-0.066,0.962-0.574,-0.809 0.535,0.248-0.103,0.304-0.137,0.317-0.136,0.302-0.125,0.501-0.322,0.214-0.043,0.308 0.067,0.393-0.093,0.270-0.082,0.309 0.009,0.293 0.009,0.268 0.010,0.489 0.098,0.233 0.055,-0.158-0.019,0.037 0.054,0.450 0.246,-0.201 0.064,-1.053-0.363,-0.120 0.024,0.442 0.486,-0.343 0.044,-0.540-0.333,-0.142 0.014,-0.086 0.227,-0.204 0.007,-0.185-0.025,-0.162-0.045,-0.120-0.108,-0.103-0.054,-0.169 0.035,-0.127-0.067,-0.200 0.011,-0.107-0.071,0.341-0.314,0.012-0.015,-0.347 0.240,-0.017-0.027,0.250-0.214,-0.021-0.037,-0.347 0.094,0.048-0.096,0.080-0.089,-2.629 0.000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1222.000 663.000,'0.034'0.000,"0.053"0.000,0.061 0.000,0.061 0.000,0.057 0.000,0.050 0.000,0.041 0.000,0.033 0.000,0.025 0.000,-0.001 0.018,0.094 0.030,0.110 0.036,0.318 0.039,0.222 0.038,0.144 0.036,0.017 0.020,0.116 0.038,0.109 0.015,0.259 0.031,-0.003-0.020,0.065 0.031,-0.224 0.013,-0.603-0.106,-0.103-0.014,0.013 0.030,-0.107 0.013,-0.637-0.182,0.491 0.334,-0.116 0.120,-0.086 0.108,-0.061 0.094,-0.064 0.104,-0.063 0.105,-0.059 0.125,-0.053 0.134,-0.041 0.198,-0.045 0.092,-0.037 0.065,-0.029 0.042,-0.024 0.462,-0.021 0.223,-0.005-0.586,-0.004 0.119,-0.068 0.794,-0.098 0.271,0.007-0.541,-0.019 0.079,-0.127 1.075,-0.029 0.128,0.001-0.055,0.021-0.175,-0.022 0.408,0.062-0.412,0.004-0.173,0.037-0.667,-0.026-0.067,-0.071 0.161,-0.034-0.198,0.018-0.444,-0.024-0.170,-0.023-0.160,-0.021-0.145,-0.271 0.121,-0.146-0.200,-0.107-0.210,-0.073-0.203,0.345-0.458,-0.047-0.078,-0.679 0.156,-0.169-0.119,0.386-0.214,-0.112-0.053,-0.297-0.027,-0.067-0.057,-0.032-0.049,-7.451 0.000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1390.000 663.000,'0.033'0.000,"0.052"0.000,0.059 0.000,0.060 0.000,0.055 0.000,0.048 0.000,0.040 0.000,0.062 0.000,0.089 0.000,0.094 0.000,0.090 0.000,-0.061 0.000,0.095 0.000,0.009 0.000,0.119 0.000,0.268 0.024,0.123 0.039,0.124 0.025,0.118 0.014,0.085 0.028,0.058 0.038,7.537 1.000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1389.000 670.000,'-0.012'0.012,"-0.467"0.504,-0.381 0.438,0.252-0.240,-0.082 0.159,-0.232 0.392,-0.108 0.247,-0.641 1.244,-0.115 0.510,0.510-0.811,-0.027 0.164,-0.358 0.973,0.079 0.117,0.441-0.784,0.108 0.051,0.100 0.003,0.090-0.033,-0.049 0.893,0.213-0.104,0.229-0.456,0.183-0.333,0.168-0.375,0.148-0.384,0.205-0.300,0.211-0.402,0.110-0.450,0.158-0.252,0.196-0.192,0.214-0.141,0.357-0.098,0.145-0.125,-0.065-0.103,0.127-0.061,0.315-0.051,0.038-0.040,-0.480-0.009,-0.038-0.010,0.367-0.039,-0.087-0.033,-0.142-0.034,0.152-0.117,-0.130-0.114,-0.135-0.118,3.359-2.000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1431.000 674.000,'-0.084'0.056,"-0.128"0.086,-0.145 0.097,-0.015 0.175,-0.080 0.218,-0.083 0.196,-0.081 0.171,-0.052 0.240,-0.029 0.277,-0.059 0.267,-0.077 0.248,-0.269 0.892,0.005 0.288,0.146-0.174,0.110-0.083,0.127-0.159,0.197-0.491,0.092-0.056,0.181-0.591,0.102 0.204,0.166-0.104,0.212 0.067,0.184-0.217,0.182-0.230,0.172-0.229,0.325-0.101,0.208-0.198,0.152-0.185,0.105-0.164,-0.121-0.167,0.041-0.095,0.491-0.064,0.115-0.092,-0.812-0.070,0.038-0.042,0.783-0.232,0.264-0.170,0.542-0.241,0.142-0.146,0.085-0.127,-0.155-0.046,-0.230-0.010,-0.443 0.047,-0.260-0.038,-0.255-0.045,3.337-4.000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1453.000 685.000,'0.000'0.368,"0.000"0.100,0.000 0.249,-0.030 0.649,-0.048 0.397,-0.043 0.619,-0.013 0.316,0.005-0.681,-0.058 0.149,-0.098 0.448,-0.061 0.069,-0.137 0.775,-0.035 0.210,0.102-0.771,-0.013 0.018,-0.173 0.831,-0.058-0.076,-0.030-0.181,-0.009-0.241,0.106-0.611,0.048-0.271,0.060-0.273,0.111-0.468,0.051-0.195,0.003-0.054,0.034-0.249,0.022-0.230,-0.744 0.000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1474.000 731.000,'0.000'0.084,"0.000"0.128,0.000 0.145,0.000 0.133,0.000 0.407,0.000 0.190,0.000-0.144,0.000 0.055,-0.118 0.039,-0.102-0.021,-0.136 0.048,-0.082-0.117,-0.069-0.165,-0.154-0.032,-0.126-0.035,-0.099-0.035,-0.177 0.013,-0.012-0.090,-3.818 1.000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1500.000 667.000,'0.000'0.081,"0.000"0.129,0.000 0.152,0.000 0.156,0.000 0.148,-0.021 0.950,-0.034 0.689,-0.041 0.459,-0.089 0.138,-0.084 0.179,-0.071 0.027,-0.058-0.080,-0.040-0.182,-0.025-0.090,0.004-0.147,0.025-0.180,-0.006 0.026,0.059-0.304,0.108-0.137,0.190-0.352,0.132-0.791,0.129-0.121,0.572 0.218,0.418-0.216,-0.362-0.372,0.101-0.065,0.880 0.072,0.167-0.094,0.086-0.057,-0.328-0.083,0.643 0.043,-0.165 0.017,-0.369 0.047,-0.349 0.022,-0.171 0.046,-0.406-0.049,-0.120 0.026,0.027 0.162,-0.179 0.082,-0.252-0.109,-0.117-0.006,-0.116 0.181,-0.166 0.091,-0.226 0.172,-0.198 0.184,-0.327 0.325,-0.256 0.136,-0.044-0.098,-0.133 0.054,-0.318 0.176,-0.141-0.076,-0.359 0.089,0.083-0.266,0.159-0.281,0.396-0.336,0.102-0.126,0.235-0.172,0.091-0.093,0.087-0.085,0.080-0.075,-0.076-0.067,0.118-0.117,0.107-0.104,0.407-0.003,-1.111-2.000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1502.000 689.000,'0.064'-0.021,"0.103"-0.034,0.122-0.041,0.052-0.002,0.097-0.006,0.096-0.023,0.090-0.034,0.105-0.017,0.112-0.003,0.215-0.015,0.071 0.017,-0.093 0.014,0.021-0.020,0.103-0.030,-0.074 0.008,-0.099 0.018,-0.111 0.023,-0.174 0.039,-0.064 0.020,-0.052 0.020,-0.041 0.018,1.610 0.000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1531.000 671.000,'0.027'0.007,"0.042"0.010,0.047 0.012,0.047 0.012,0.043 0.011,0.037 0.009,0.030 0.008,0.024 0.006,0.018 0.004,0.012 0.003,0.008 0.002,0.005 0.001,-0.107-0.013,0.015 0.027,0.105 0.056,0.031 0.009,0.065 0.038,0.006 0.023,-0.005 0.022,0.074 0.032,0.079 0.022,0.065 0.035,0.086 0.056,0.186 0.106,0.066 0.039,-0.077-0.064,0.028-0.026,0.307 0.102,-0.109-0.063,-0.149-0.063,-0.160-0.058,-0.153-0.049,-0.158 0.024,-0.137 0.073,-0.118 0.094,-0.138-0.131,-0.036 0.055,-0.021 0.493,-0.040 0.344,-0.028 0.046,-0.017 0.134,-0.012 0.090,-0.008 0.110,-0.005 0.118,-0.002 0.190,-0.011 1.081,0.003 0.207,0.012-0.877,0.003-0.012,0.007-0.576,0.002 0.042,-0.002 1.085,0.003 0.154,0.004-0.308,0.002-0.013,0.001 1.310,0.002 0.045,0.001-0.175,0.001-0.833,0.000-0.244,-0.023-0.509,-0.039-0.177,-0.054 0.330,-0.016-0.169,0.021-0.795,-0.028-0.094,-0.129 0.437,-0.061-0.175,0.113-0.747,-0.022-0.068,-0.204 0.294,-0.090-0.136,-0.011-0.212,-0.072-0.085,-0.194-0.028,-0.061-0.123,0.082-0.158,0.003-0.086,-3.186 0.000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1656.000 658.000,'0.442'0.037,"0.471"0.058,-0.069-0.014,0.213 0.008,0.682 0.060,0.332 0.044,-0.345-0.014,0.078 0.033,0.549 0.089,-0.073 0.001,-0.141-0.017,-0.178-0.029,-0.118-0.005,-0.070 0.011,-0.451-0.063,-0.054-0.011,-0.032-0.015,-0.051-0.017,0.235 0.014,-0.125-0.031,3.034 0.000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1670.000 664.000,'-0.047'0.118,"-0.078"0.196,-0.041 0.147,-0.054 0.213,-0.251 0.896,-0.078 0.347,0.200-0.591,0.013 0.122,-0.089 0.627,0.000 0.170,0.067-0.170,0.031 0.053,0.038 0.079,0.040 0.094,0.041 0.053,0.039 0.021,0.036 0.044,0.032 0.059,0.022 0.364,0.028 0.017,0.023-0.372,0.014-0.086,0.030 0.033,0.039-0.213,0.042-0.232,0.060-0.335,0.064-0.208,0.059-0.216,0.109-0.052,0.028-0.247,0.008-0.208,-0.006-0.168,-0.140-0.263,0.030-0.054,0.278 0.039,0.079-0.040,-0.016-0.059,0.058-0.032,0.066-0.024,-0.012-0.029,-0.036-0.025,-0.050-0.021,-0.044-0.017,-0.037-0.013,-0.031-0.010,-0.025-0.007,0.105-0.007,0.033-0.004,2.237 0.000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1674.000 720.000,'0.041'-0.014,"0.065"-0.022,0.076-0.025,0.078-0.026,0.074-0.025,0.037-0.005,0.028 0.002,0.015 0.009,0.093 0.001,0.034 0.019,0.032 0.019,0.040 0.023,0.080 0.011,-0.019 0.011,0.056 0.006,0.128 0.005,0.004 0.005,-0.111 0.004,-0.022 0.002,0.002 0.002,-0.056 0.001,-0.061 0.001,-0.062 0.000,0.055 0.001,-0.076 0.000,-0.063-0.001,-0.050-0.001,-0.038-0.001,-0.027-0.001,0.058-0.001,0.008 0.000,-0.019 0.000,-0.034 0.000,-0.040 0.000,-0.040 0.000,-0.037 0.000,0.364 0.000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1726.000 645.000,'-0.074'0.172,"-0.115"0.269,-0.134 0.312,-0.069 0.397,-0.124 0.461,-0.111 0.378,-0.308 1.103,-0.101 0.491,0.405-1.256,-0.004 0.236,-0.458 2.403,-0.016 0.447,0.367-1.499,0.053 0.133,-0.090 1.348,0.118 0.076,0.219-1.310,0.070-0.148,0.003 0.813,0.095-0.424,0.140-0.489,0.162-0.505,0.129-0.809,0.134-0.429,0.129-0.407,0.015-0.651,0.667 0.202,0.307-0.442,-0.251-0.432,0.213-0.143,0.535-0.150,0.146-0.196,0.072-0.173,0.017-0.148,-1.617 0.266,1.566-0.477,0.151-0.179,1.062-0.579,-0.141-0.101,-1.107 0.416,-0.193-0.011,0.183-0.277,-0.358 0.061,-0.553 0.207,-0.408 0.074,-0.401 0.050,-0.407 0.126,-0.358 0.130,-0.305 0.125,-0.627 0.028,-0.474 0.080,0.598 0.202,-0.156 0.029,-1.251-0.036,-0.333 0.057,0.224 0.059,-0.017 0.033,0.095 0.028,0.171 0.023,0.193 0.041,0.199 0.053,0.011 0.051,0.283 0.023,0.168 0.061,0.359 0.052,-0.631 1.000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1789.000 717.000,'-0.110'0.184,"-0.173"0.288,-0.145 0.163,-0.167 0.153,-0.158 0.115,-0.028 0.073,-0.107 0.145,0.067-0.065,-0.021 0.054,-0.491 0.679,0.069-0.088,0.271-0.368,0.114-0.161,0.117-0.167,0.111-0.160,-0.951 1.000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1796.000 663.000,'0.041'0.000,"0.062"0.000,0.069 0.000,0.067 0.000,0.060 0.000,0.050 0.000,0.040 0.000,0.030 0.000,0.021 0.000,0.014 0.000,0.008 0.000,0.157 0.000,0.218 0.000,0.062 0.016,0.147 0.026,0.134 0.032,-0.233 0.006,0.063 0.030,0.847 0.205,0.085 0.134,-0.328-0.032,0.085 0.045,0.505 0.131,-0.001-0.034,-0.914-0.233,-0.033-0.003,0.408 0.112,-0.086 0.006,-0.041 0.036,-0.166 0.007,-0.175 0.005,-0.172 0.004,-0.134 0.063,-0.185 0.049,-0.128 0.137,-0.175 0.064,-0.199-0.303,-0.022 0.029,0.022 0.263,-0.037 0.094,-0.023 0.262,-0.038 0.153,-0.037-0.054,-0.021 0.076,-0.015 0.466,-0.020 0.101,-0.047-0.443,-0.067 0.204,-0.099 0.546,-0.074 0.305,-0.063 0.311,-0.053 0.301,-0.201 1.106,-0.097 0.118,0.201-1.333,0.013-0.040,-0.218 1.447,0.078-0.456,0.087-0.539,0.085-0.542,0.076-0.495,0.063-0.422,0.108-0.637,0.037-0.189,0.034-0.179,0.030-0.162,1.048 0.000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1862.000 720.000,'-0.019'0.028,"-0.029"0.043,-0.032 0.048,-0.032 0.048,-0.029 0.043,-0.025 0.037,-0.020 0.030,-0.016 0.023,-0.011 0.017,0.011-0.001,-0.033 0.073,0.061-0.105,-0.022 0.025,-0.133 0.171,-0.121 0.115,-0.037-0.015,-0.015-0.047,-0.045-0.021,0.035-0.092,0.047-0.091,0.050-0.083,0.049-0.072,-0.607 0.000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1911.000 688.000,'0.000'-0.061,"0.000"-0.094,0.000-0.107,0.000-0.106,0.000-0.089,0.000-0.110,0.000-0.011,0.000 0.023,0.000 0.041,0.000 0.241,0.000 0.000,-0.013-0.126,-0.022-0.014,-0.026-0.014,-0.029-0.014,-0.171-0.309,-0.186-0.206,-0.015 0.108,-0.123-0.101,-0.432-0.565,-0.078-0.064,-0.006 0.002,0.040 0.043,-0.191-0.080,-0.018 0.186,-0.141 0.072,0.077 0.229,-0.064 0.085,-0.209 0.009,0.013 0.155,-0.456-0.025,0.016 0.160,0.125 0.161,0.587 0.228,0.117 0.076,0.116 0.067,0.111 0.057,0.006 0.102,0.115 0.144,-0.010 0.234,0.045 0.230,0.272-0.061,0.021 0.115,-0.094 0.430,0.076 0.260,0.127 0.027,0.067 0.154,0.093-0.029,0.046 0.191,0.164-1.153,0.157 1.889,0.328 0.301,0.284 0.159,0.239 0.050,0.367 0.353,0.178-0.080,0.120-0.213,0.074-0.290,-0.182-0.529,-0.020-0.219,0.140-0.013,-0.070-0.224,-0.186-0.291,-0.115-0.184,-0.121-0.165,-0.118-0.143,-0.255-0.221,-0.065-0.036,0.168 0.215,0.031 0.142,0.122 0.304,-0.085 0.073,-0.116 0.025,-0.261-0.354,-0.044-0.005,0.007 0.235,-0.026 0.192,-0.092-0.035,-0.087-0.079,-0.078-0.104,-0.095-0.256,-0.036 0.016,-0.048 0.306,-0.088-0.005,-0.066-0.321,-0.086-0.041,-0.444 0.252,-0.289-0.053,-0.081-0.186,-0.154-0.063,-0.174-0.016,-0.041-0.070,0.004-0.065,0.035-0.058,0.067-0.108,-0.043-0.076,-0.213-0.005,-0.034-0.046,0.179-0.096,0.023-0.049,-0.157-0.024,0.007-0.059,0.370-0.099,0.051-0.060,-0.238-0.299,0.124-0.259,0.253-0.131,0.131-0.174,0.087-0.241,0.145-0.136,0.131-0.102,0.320-0.043,0.339-0.333,0.316-0.134,0.201 0.117,0.269-0.073,0.487-0.270,0.334-0.004,0.266-0.002,0.204 0.000,-0.700 0.674,0.076-0.017,0.961-0.690,0.016 0.057,-0.317 0.276,-0.032 0.049,-0.084 0.066,-0.117 0.076,0.062-0.061,-0.235 0.153,-0.274 0.159,-0.284 0.154,-0.452 0.353,-0.125 0.105,1.352-1.000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9-23T21:59:4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1919.000 655.000,'0.056'0.000,"0.084"0.000,0.094 0.000,0.092 0.000,0.082 0.000,0.069 0.000,0.055 0.000,0.042 0.000,-0.099 0.000,0.089 0.000,0.308 0.000,0.154 0.000,-0.362 0.000,0.060 0.000,0.513 0.000,0.118 0.000,-0.057 0.000,0.100 0.000,0.810 0.000,0.111 0.000,-0.042 0.000,-0.361 0.089,-0.088 0.085,-0.313 0.041,-0.126 0.057,-0.023 0.099,-0.214 0.051,-0.273-0.016,-0.121 0.026,-0.122 0.046,-0.117 0.057,-0.108 0.039,-0.096 0.024,-0.061 0.065,-0.056 0.024,-0.036 0.020,-0.021 0.016,-0.028 0.169,-0.019 0.203,0.005 0.211,0.023 0.206,0.029 0.404,0.000 0.150,-0.024-0.105,-0.011 0.138,-0.002 0.410,-0.018 0.099,-0.018 0.091,-0.017 0.079,-0.019-0.256,-0.010 0.060,-0.011-0.311,-0.006-0.001,-0.004 0.691,-0.006-0.088,-0.004-0.478,-0.003-0.203,-0.002-0.071,-0.001-0.255,-0.001-0.242,0.000-0.320,0.000-0.177,-0.018-0.079,-0.029-0.140,-0.036-0.110,-0.084-0.009,-0.104 0.016,-0.043-0.166,-0.139 0.023,-0.335 0.238,-0.150 0.039,0.128-0.173,-0.086 0.053,-0.548 0.371,-0.170 0.081,0.034-0.076,0.006-0.054,0.048-0.085,0.075-0.102,-0.030-0.050,0.097-0.096,0.381-0.248,0.072-0.071,-0.364 0.104,0.175-0.159,0.573-0.224,0.063-0.013,-0.244 0.111,0.120-0.059,0.304-0.130,0.014-0.017,-1.398 0.000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1819.000 370.000,'0.062'-0.025,"0.094"-0.038,0.106-0.042,0.104-0.042,0.093-0.037,0.079-0.032,0.063-0.025,0.567 0.024,0.418 0.019,-0.366 0.073,0.074 0.014,0.726 0.004,-0.112 0.075,-0.201 0.077,-0.230 0.181,-0.303 0.222,-0.646-0.109,-0.128 0.131,-0.111 0.435,-0.235 0.273,-0.358 0.587,-0.288 0.452,-0.248 0.288,-0.208 0.158,-0.285 0.376,-0.055-0.093,-0.014-0.179,0.015-0.226,0.033-0.275,0.043-0.291,0.338-0.612,0.052-0.160,-0.173 0.104,0.096-0.211,0.062-0.150,0.134-0.197,0.128-0.166,0.116-0.135,0.100-0.105,0.123-0.090,0.137-0.079,0.132-0.064,0.120-0.049,0.104-0.036,0.086-0.026,0.069-0.017,0.181-0.048,0.221-0.062,-0.215 0.039,0.083-0.006,0.492-0.082,0.161-0.043,-0.063 0.011,0.045 0.001,0.061-0.001,-0.065 0.019,-0.097 0.023,-0.113 0.025,-0.153 0.007,-0.083-0.018,0.117-0.047,-0.040 0.009,-0.177 0.043,-0.057 0.018,-0.059 0.019,-0.057 0.019,0.051 0.005,-0.065 0.025,-0.052 0.021,-0.122 0.019,-0.001 0.007,0.008 0.006,0.015 0.005,1.571 0.055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1838.000 342.000,'-0.071'0.000,"-0.118"0.000,-0.201 0.000,-0.107 0.000,0.097 0.000,-0.060 0.000,-0.180 0.000,-0.063 0.000,-0.046 0.000,-0.032 0.000,-0.233 0.000,-0.156 0.000,-0.125 0.000,-0.097 0.000,-0.072 0.000,-0.051 0.000,0.476 0.000,-0.048 0.000,-0.857 0.000,-0.053 0.000,0.377 0.000,-0.034 0.000,-0.696 0.045,-0.015 0.067,0.013 0.310,0.122 0.218,-0.093 0.257,0.471-0.036,-0.057 0.181,-1.292 1.148,-0.104 0.451,1.491-1.083,-0.040 0.157,1.228-1.116,-2.659 3.128,0.089 0.369,0.243 0.107,0.373 0.348,0.428 0.109,0.707-0.965,0.265-0.057,0.281 0.336,0.462-0.168,0.393-0.435,0.324-0.255,0.277-0.263,0.229-0.254,0.198-0.314,0.269-0.104,0.107-0.300,0.311 0.020,1.053 0.414,0.663 0.063,1.028 0.301,0.354-0.067,-0.424-0.449,0.012-0.215,-0.056-0.245,-0.101-0.254,0.333-0.135,-0.251-0.292,-0.671-0.317,-0.167-0.178,0.044-0.178,-0.158-0.205,-0.141-0.190,-0.121-0.169,0.112-0.251,-0.027-0.252,-0.735 0.011,-0.023-0.158,1.736-1.579,-0.057-0.593,-0.308-0.243,-0.433-0.010,-1.549 1.370,1.096-1.747,-0.162-0.359,-0.910 1.079,-0.082-0.153,0.349-1.129,-0.162-0.150,-0.524 0.908,-0.088-0.086,0.038-0.519,-0.168 0.090,-0.175 0.158,-0.345 1.070,-0.093 0.108,-0.080-0.466,-0.201 0.041,-0.276-0.735,-0.329 0.236,-0.292 0.313,-0.250 0.347,-0.090 0.623,-0.182 0.298,-0.170 0.306,-0.153 0.298,-0.158 0.254,-0.154 0.211,-0.314 0.129,0.003 0.214,0.067 0.179,0.106 0.145,0.250 0.127,-0.180 0.056,-12.930 0.782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1816.000 425.000,'-0.059'0.024,"-0.767"0.233,-0.676 0.224,-0.452 0.171,-0.310 0.134,0.023 0.096,-0.540 0.308,-0.606 0.378,-0.266 0.247,-0.137 0.195,-0.040 0.148,-1.131 1.396,-0.704 1.093,0.923-0.519,-0.333 0.470,-3.464 3.665,0.019 0.470,1.166-1.006,0.547-0.508,0.606-0.660,1.042-1.162,0.641-0.763,0.609-0.740,1.561-1.630,0.165-0.235,-0.961 0.691,0.524-0.623,0.504-0.553,-1.737-0.350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1694.000 532.000,'-0.212'0.053,"-0.214"0.067,-1.058 0.398,-0.471 0.268,0.325-0.057,-0.049 0.112,0.002 0.099,0.037 0.086,-0.354 0.593,0.032 0.328,0.830-0.715,0.053 0.057,-0.411 0.758,0.145 0.044,0.290-0.260,0.150-0.059,0.046 0.122,0.129-0.120,0.241-0.489,0.077-0.099,-0.029 0.305,0.127-0.202,0.189-0.596,0.080-0.082,0.401 0.239,0.455-0.238,-0.159-0.302,0.132-0.071,0.161-0.062,0.176-0.053,0.711-0.067,0.214-0.102,-0.163-0.047,0.005-0.033,0.157-0.038,-0.146-0.005,-0.182-0.023,-0.196-0.034,-0.082-0.037,-0.242 0.012,-0.219 0.026,-0.240 0.044,-0.152 0.031,-0.128 0.030,-0.104 0.028,-0.081 0.024,-0.061 0.021,0.063 0.059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1689.000 548.000,'-0.144'0.415,"-0.103"0.386,-0.140 0.500,-0.072 0.261,-0.045 0.159,-0.009 0.103,0.018 0.058,-0.011 0.047,-0.031 0.037,-0.093 0.221,-0.010-0.087,0.096-0.332,0.043-0.106,0.017-0.043,0.046-0.162,0.042-0.163,0.037-0.155,-0.002 0.005,0.066-0.173,0.141-0.427,0.022-0.018,-0.025 0.251,0.045-0.071,0.037-0.077,0.029-0.076,0.037-0.437,0.118 2.310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1703.000 529.000,'0.000'-0.112,"0.000"-0.171,0.000-0.193,-0.071 0.051,-0.071-0.052,-0.180-0.213,-0.111-0.003,-0.088 0.028,-0.075-0.053,-0.160-0.153,-0.182-0.081,-0.187-0.028,0.008 0.093,-0.102-0.017,-0.246-0.089,-0.050 0.060,-0.018 0.082,0.005 0.091,0.498 0.300,-0.034 0.049,0.695 0.278,-1.973-0.386,-0.329 0.126,0.059 0.143,-0.018 0.115,0.050 0.106,1.440 0.076,-0.994 0.337,-0.117 0.355,-1.088 1.027,0.057 0.544,1.049-0.480,0.056 0.220,-0.482 1.004,0.194 0.369,0.716-0.626,0.189 0.109,-0.149 0.971,0.273 0.042,0.373-0.080,0.202 0.261,0.303-0.392,0.220 0.083,0.271 1.094,0.327-0.150,0.280-0.250,0.232-0.302,0.120-0.659,0.222-0.139,0.482 0.215,0.345-0.236,0.386-0.271,0.391-0.278,0.015-0.594,0.332-0.305,0.281-0.307,0.231-0.295,0.255-0.319,0.260-0.321,0.676-0.638,0.469-0.597,0.276-0.564,0.125-0.513,0.233-0.521,-0.315-0.269,-0.434-0.151,-0.494-0.060,-3.563 1.996,3.658-3.266,-0.613-0.417,-1.893 1.642,-0.255-0.104,0.413-1.589,-0.524-0.050,-0.573 0.532,-0.321 0.071,-0.297 0.113,-0.266 0.137,-0.280 0.578,-0.249 0.134,-0.429-0.540,-0.319 0.330,-0.312 0.406,-0.288 0.434,-0.667 0.096,-0.190 0.503,-7.016-0.575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1853.000 422.000,'0.257'0.107,"0.411"0.171,0.486 0.203,0.356 0.189,0.491 0.272,0.487 0.285,0.458 0.279,2.043 1.237,2.097 1.239,3.098 1.884,1.634 1.094,-2.096-1.170,0.335 0.253,3.075 1.918,-0.259-0.107,-0.615-0.302,-0.819-0.416,-0.848-0.588,-0.817-0.668,-2.696-1.684,-0.485-0.325,1.930 1.061,-0.869-0.561,-1.336-0.821,-0.804-0.515,-0.738-0.472,-1.862-1.046,-0.160-0.130,-0.146-0.112,0.590 0.232,-0.302-0.185,0.064-0.009,-0.495-0.239,-0.473-0.212,-0.427-0.180,-0.603-0.268,-0.160-0.081,0.076 0.060,-0.286-0.047,-0.226-0.002,-0.182-0.075,-0.084-0.005,-0.064-0.004,-0.046-0.003,-0.644 0.915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2100.000 531.000,'-0.037'0.239,"-0.058"0.375,-0.067 0.434,-0.068 0.440,0.029 0.001,-0.002 0.331,-0.031 0.429,-0.027 0.246,-0.031 0.184,-0.033 0.132,0.014-0.028,0.011 0.155,-0.077 0.911,-0.011 0.051,0.126-1.150,0.017-0.048,-0.006 0.235,0.032-0.222,0.019 0.052,0.060-0.454,0.060-0.460,0.055-0.435,0.049-0.390,0.041-0.336,0.647-1.241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2121.000 536.000,'0.000'0.589,"0.000"0.214,0.000 0.316,-0.024 0.314,-0.039 0.297,-0.099 0.619,-0.112 0.371,-0.040-0.020,-0.059 0.286,-0.107 0.631,-0.042 0.138,0.060-0.403,0.023-0.030,-0.088 0.663,0.016-0.290,0.177-1.297,0.030-0.191,-0.017 0.158,0.051-0.331,0.050-0.325,0.046-0.303,-0.051 1.323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2127.000 517.000,'-0.084'-0.028,"-0.128"-0.043,-0.145-0.048,0.056-0.005,-0.010-0.042,-0.089-0.079,-0.069-0.055,-0.010 0.018,-0.069 0.003,-0.157-0.016,-0.078 0.030,0.134 0.063,-0.042-0.008,-0.358-0.057,-0.075 0.018,-0.014 0.027,0.029 0.031,0.864 0.150,-0.789-0.103,0.034 0.028,0.050 0.026,0.059 0.023,0.091 0.025,-0.075 0.011,-0.410 0.037,-0.151 0.060,0.219 0.008,-0.121 0.014,-0.416 0.056,-0.063 0.045,-0.013 0.048,0.021 0.047,-0.190 0.126,-0.146 0.139,0.143 0.129,-0.091 0.245,-0.320 0.531,-0.232 0.475,-0.135 0.459,-0.059 0.427,-0.328 0.837,0.117 0.378,0.172 0.254,0.198 0.155,0.506-0.360,0.227 0.162,0.078 0.661,0.328 0.035,0.419-0.574,0.229-0.035,0.359-0.554,0.294 0.017,0.459 1.026,0.492-0.176,0.917 0.081,0.731-0.107,0.304-0.527,0.280-0.365,0.157-0.411,0.064-0.422,-0.061-0.495,0.179-0.273,0.704-0.048,0.288-0.276,-1.293-0.729,0.184-0.131,3.286 0.353,0.262-0.373,-3.064-0.561,0.013-0.176,3.123-0.718,0.193-0.644,-1.132-0.234,-0.370-0.339,-0.465-0.283,-2.768 0.997,2.156-1.608,-0.478-0.269,-0.527-0.138,-0.533-0.040,-0.417-0.804,-0.542-0.486,-0.638 0.269,-0.410-0.126,-0.427-0.102,-0.418-0.080,-0.393 0.034,-0.356 0.113,-0.548-0.386,-0.410 0.170,-0.069 0.660,-0.218 0.154,-0.203 0.189,-0.183 0.205,-0.209 0.107,0.055 0.359,0.132 0.373,0.179 0.362,-0.247 0.135,-0.022 0.260,0.073 0.247,0.134 0.223,-0.047 0.141,0.228 0.256,0.393 0.234,0.166 0.108,-3.382-0.425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2099.000 621.000,'-0.055'0.000,"-0.087"0.000,-0.100 0.000,-0.102 0.000,0.267 0.006,-0.435 0.184,-0.170 0.171,-0.148 0.166,-0.125 0.154,-0.448 0.669,-0.330 0.512,-0.230 0.376,-0.148 0.262,-0.056 0.202,-0.215 0.428,-0.953 1.506,-0.278 0.601,0.982-1.373,-0.125 0.207,-0.957 1.504,-0.072 0.226,0.157-0.228,0.064-0.151,0.094-0.238,0.952-1.480,-0.104 0.085,-2.000 2.727,0.517-0.847,0.192-0.381,-11.244 13.839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1995.000 747.000,'0.000'0.060,"0.000"0.096,0.000 0.115,0.000 0.122,0.000 1.196,0.000 0.817,0.000 0.542,-0.006-2.330,-0.082 1.995,-0.047 0.386,-0.088 1.304,-0.021 0.195,0.001-0.017,0.015-0.160,-0.009 0.342,0.040-0.617,0.041-0.663,0.043-0.783,0.030-0.520,0.026-0.518,0.019-0.377,0.015-0.313,0.011-0.251,0.008-0.193,0.070 0.468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2024.000 741.000,'0.168'0.084,"0.257"0.128,0.290 0.145,0.147 0.133,0.309 0.182,0.445 0.327,0.195 0.224,0.113 0.138,0.051 0.072,-0.471-0.305,-0.060 0.006,0.166 0.216,-0.185-0.064,-0.204-0.086,-0.207-0.097,-0.197 0.007,-0.180-0.028,-0.159-0.050,-0.136-0.063,-0.261 0.024,-0.222 0.081,-0.429 0.505,-0.265 0.011,0.315-0.710,-0.077 0.040,-0.420 0.436,-0.250 0.146,-0.834 0.805,-0.162 0.118,0.776-0.904,-0.072-0.036,-0.034-0.044,-0.004-0.049,-0.204 0.109,0.055-0.111,-0.079 0.006,0.188-0.182,0.210-0.181,0.212-0.169,0.171-0.055,0.479-0.221,0.459-0.186,0.405-0.148,0.337-0.112,0.266-0.080,0.039-0.047,0.230-0.025,0.205-0.016,0.176-0.009,-0.439 0.011,0.098-0.001,0.944-0.013,0.161 0.003,-0.233 0.007,-0.034 0.004,0.342-0.019,-0.266-0.023,-0.308-0.028,-0.313-0.029,-0.397 0.010,-0.159 0.002,-0.125 0.007,-0.051-0.052,-0.042-0.023,0.066-0.063,0.006-0.046,-0.095 0.023,-0.022 0.012,-0.026 0.023,-0.027 0.030,1.856-0.364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2045.000 718.000,'-0.030'-0.020,"-0.047"-0.031,-0.053-0.036,-0.053-0.035,-0.048-0.032,-0.042-0.028,-0.034-0.023,-0.027-0.018,-0.011 0.017,-0.029 0.019,0.127 0.084,-0.038 0.010,-0.191-0.071,-0.051-0.014,-0.034-0.000,-0.020 0.009,-0.677-0.024,-0.372 0.033,-0.359 0.042,-0.399 0.027,-0.300 0.024,0.647 0.030,-0.208 0.009,-0.855 0.034,-0.048 0.058,0.066 0.065,0.139 0.066,0.164 0.028,-0.080 0.048,0.364 0.001,0.040 0.034,-0.804 0.350,0.007 0.258,0.305 0.122,0.190 0.132,0.226 0.096,0.238 0.066,-0.155 0.384,0.194 0.153,0.766-0.489,0.066 0.094,-0.143 0.350,0.047 0.132,-0.088 0.455,0.136 0.208,0.419-0.519,0.088 0.043,-0.007 0.365,0.140 0.042,0.257 0.428,0.281 0.306,0.353 0.699,0.380 0.167,0.380 0.134,0.357 0.103,0.123-0.474,0.237-0.010,0.493 0.485,0.262-0.025,-0.057-0.538,0.200-0.054,0.264-0.074,0.296-0.086,0.671 0.278,0.192-0.230,-0.366-0.631,0.021-0.232,0.457 0.004,-0.015-0.371,-0.386-0.488,-0.252-0.348,-0.298-0.326,-0.314-0.294,-0.343-0.273,0.177-0.101,0.604-0.041,0.213-0.117,0.650-0.076,0.156-0.110,-0.902-0.129,0.007-0.077,0.531-0.094,0.080-0.093,0.534-0.182,-0.021-0.182,-0.470-0.253,-0.078-0.279,0.270-0.408,-0.297-0.192,-0.369-0.181,-0.395-0.163,-0.543 0.050,-0.366-0.005,-0.341 0.033,-0.306 0.057,-0.299 0.113,-0.160-0.033,0.042-0.569,-0.181-0.131,-0.397 0.928,-0.017-0.097,0.161-1.159,-0.048-0.277,-0.052-0.122,-0.051-0.008,-0.083 0.051,-0.058-0.043,-0.058 0.025,-0.234-1.046,-0.348-0.184,-0.348-0.126,-0.544-0.263,-0.302 0.448,-0.404 0.059,-0.035 0.591,-0.201 0.138,-0.440-0.227,-0.084 0.252,0.280 0.668,0.007 0.308,-0.207 0.082,0.153 0.387,0.370 0.535,0.074 0.290,0.130 0.265,0.164 0.235,0.180 0.203,-3.440 0.813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2145.000 606.000,'0.022'0.033,"0.035"0.052,0.040 0.059,0.040 0.060,0.037 0.055,0.032 0.048,0.026 0.040,0.268 0.213,0.400 0.366,0.760 0.659,0.654 0.512,1.713 1.451,0.550 0.445,0.262 0.219,-0.300-0.249,0.379 0.370,0.148 0.186,-0.021 0.048,-0.469-0.389,0.367 0.324,1.780 1.716,0.056 0.218,-0.901-0.737,-0.241-0.119,-0.320-0.230,-0.360-0.298,0.089 0.181,-0.570-0.497,-0.804-0.788,-0.554-0.548,-0.524-0.534,-0.475-0.497,-0.422-0.509,-0.245-0.351,-0.170-0.268,-0.236-0.317,-0.206-0.269,-0.174-0.222,-0.021-0.168,-0.115-0.193,-0.060-0.125,-0.068-0.067,-0.051-0.033,-0.044-0.008,-0.036 0.008,-0.028 0.017,0.433-0.239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2250.000 749.000,'-0.074'0.368,"-0.035"0.178,-0.054 0.271,-0.054 0.272,-0.052 0.260,-0.048 0.216,-0.043 0.174,-0.122 0.420,-0.083 0.157,-0.052 0.057,-0.028-0.013,0.155-0.525,0.026 0.024,-0.045 0.366,0.064-0.101,0.068-0.143,0.068-0.165,0.010 0.015,0.023-0.074,0.031-0.131,0.034-0.164,-0.345 3.339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2273.000 731.000,'0.037'-0.012,"0.060"-0.020,0.072-0.024,0.075-0.025,0.072-0.024,-0.237 0.082,1.076-0.109,0.448 0.005,0.230 0.013,0.075 0.018,-0.447 0.034,0.007 0.011,0.636 0.003,0.090 0.014,-0.673 0.016,-0.030 0.005,0.221 0.003,-0.147 0.005,-0.172 0.004,-0.180 0.003,-0.239 0.025,-0.166 0.040,-0.005 0.056,-0.155 0.017,-0.171 0.055,-0.116 0.095,-0.100 0.108,-0.146 0.238,-0.159 0.222,-0.135 0.248,-0.110 0.251,0.011-0.175,-0.048 0.124,-0.162 0.552,-0.048 0.115,-0.030 0.065,-0.017 0.027,-0.006 0.074,0.001 0.101,0.134-0.410,0.001 0.125,-0.101 0.716,0.052 0.067,0.060-0.279,-0.023 0.020,-0.070 0.337,0.039-0.167,0.058-0.216,0.111-0.190,0.110-0.543,0.028-0.019,-0.025 0.594,0.049-0.181,0.042-0.223,0.036-0.241,0.026-0.117,0.029-0.337,0.021-0.312,0.014-0.274,0.009-0.231,0.005-0.186,0.104-1.245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2312.000 704.000,'-0.064'-0.021,"-0.103"-0.034,-0.122-0.041,-0.052-0.022,-0.063-0.028,-0.049-0.025,-0.036-0.022,-0.159-0.041,-0.072 0.013,0.165 0.060,-0.072-0.017,-0.234-0.047,-0.076 0.006,-0.056 0.016,-0.040 0.022,-0.555-0.091,-0.130-0.005,-0.020 0.020,0.068 0.064,-0.157 0.028,0.158 0.041,-0.000 0.022,0.031 0.020,0.307 0.031,-0.888-0.004,-0.137 0.018,0.135 0.062,-0.151 0.087,-0.604 0.185,-0.073 0.171,-0.012 0.164,0.030 0.149,0.864-0.145,0.073 0.059,-0.771 0.588,-0.094 0.365,0.300 0.052,-0.013 0.205,-0.276 0.384,0.126 0.036,0.164-0.040,0.180-0.089,0.642-0.496,0.062 0.041,-0.156 0.325,0.113 0.074,0.143 0.046,0.157 0.024,-0.093 0.601,0.302 0.007,0.535-0.820,0.134 0.074,0.094 0.837,0.181 0.389,0.193 0.286,0.193 0.200,0.160 0.058,0.129-0.046,0.196 0.356,0.136-0.179,-0.005-0.631,0.041-0.198,0.068-0.219,0.084-0.223,0.219 0.006,0.105-0.357,-0.055-0.516,0.071-0.221,0.349-0.004,0.255-0.146,0.309-0.125,0.199-0.184,0.157-0.175,-1.284-0.573,2.199 0.481,0.671-0.047,-0.019-0.159,0.375-0.079,1.484 0.020,0.112-0.131,-1.865-0.208,-0.094-0.055,0.970-0.015,-0.238-0.068,-1.234-0.085,-0.170-0.059,0.417-0.077,-0.341-0.064,-0.352-0.051,-0.341-0.039,-0.169-0.236,-0.079-0.203,0.180-0.315,-0.157-0.189,-0.433-0.010,-0.160-0.139,-0.085-0.177,-0.212-0.039,-0.206 0.001,-0.191 0.029,-0.090-0.185,-0.117-0.174,-0.198 0.013,-0.076-0.239,-0.021-0.591,-0.118-0.302,-0.202 0.484,-0.066-0.206,-0.246-0.978,-0.283-0.437,-0.262-0.282,-0.236-0.158,-0.182-0.063,-0.135 0.008,-0.278-0.443,-0.114 0.242,-0.185-0.089,0.063 0.536,0.357 1.227,0.044 0.330,-0.187-0.202,0.121 0.468,0.525 1.166,0.041 0.127,-0.559-0.638,0.001 0.364,0.044 0.352,0.284 0.423,-0.031 0.081,-0.146 0.029,-0.021 0.114,-0.191 0.060,0.011 0.130,0.026 0.108,0.033 0.085,-2.874 0.279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2260.000 814.000,'-0.042'0.000,"-0.064"0.000,-0.073 0.000,-0.072 0.000,-0.065 0.000,-0.056 0.000,-0.209 0.277,-0.270 0.286,-0.250 0.276,0.206-0.096,-0.160 0.200,-1.231 1.251,-0.428 0.495,0.669-0.568,-0.143 0.283,-0.513 0.671,-0.181 0.253,-0.530 0.655,-0.091 0.133,0.364-0.439,-0.011-0.019,0.070-0.115,0.124-0.178,0.157-0.215,0.173-0.231,-0.381 0.369,0.287-0.363,0.986-1.060,0.172-0.168,-0.292 0.382,0.378-0.337,0.292-0.292,0.304-0.353,0.240-0.309,0.181-0.256,0.167-0.550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2184.000 903.000,'0.000'0.140,"0.000"0.214,0.000 0.242,-0.003-0.463,-0.117 1.123,-0.095 0.397,-0.082 0.243,-0.067 0.126,0.047-0.338,-0.020 0.078,-0.014 0.082,-0.040 0.255,-0.148 1.349,0.034 0.195,0.063-0.101,0.359-2.883,-0.250 1.864,0.016-0.172,-0.007 0.014,0.042-0.315,0.045-0.320,0.044-0.305,-0.157 1.430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2208.000 923.000,'0.000'-0.045,"0.000"-0.072,0.000-0.087,0.000-0.091,0.018 0.003,0.031-0.073,0.082-0.365,0.047-0.259,0.084-0.358,0.056-0.138,0.019-0.064,-0.007-0.011,-0.088 0.344,-0.020-0.012,0.055-0.322,0.008 0.082,0.046-0.202,-0.040 0.135,-0.147 0.749,-0.016 0.048,0.079-0.333,0.018 0.180,-0.070 0.337,-0.008 0.055,0.019-0.116,-0.078 0.132,-0.086 0.121,-0.084 0.105,-0.076 0.086,-0.065 0.067,-0.053 0.050,-0.041 0.035,0.088 0.016,-0.023 0.008,-0.093 0.010,-0.035 0.005,-0.031 0.002,-0.026 0.000,-0.128 0.092,-0.085 0.098,-0.051 0.096,-0.025 0.090,-0.218 0.161,-0.128 0.095,-0.058 0.044,-0.007 0.007,-0.002 0.047,-0.019 0.051,-0.225 0.236,0.143-0.018,0.461-0.332,0.095-0.025,-0.107 0.305,0.248-0.053,0.226-0.054,0.257-0.121,0.233 0.055,0.191-0.074,0.227 0.000,0.204 0.013,0.178 0.022,0.284 0.129,0.094 0.029,-0.140-0.083,-0.026 0.022,-0.028 0.022,-0.027 0.021,0.050 0.138,-0.133 0.015,-0.072 0.162,-0.192 0.050,-0.379-0.502,-0.062 0.010,0.070 0.676,-0.133 0.045,-0.106-0.032,-0.228 0.019,-0.289 0.124,-0.105-0.323,-0.173-0.038,-0.375 0.214,-0.141-0.133,0.139-0.318,0.004-0.123,0.030-0.119,0.045-0.110,0.180-0.192,0.004-0.073,-0.191 0.028,0.038-0.052,0.137-0.086,0.039-0.045,0.038-0.067,0.035-0.079,0.055-0.108,0.067-0.123,0.026-0.180,0.090-0.150,0.085-0.118,0.076-0.089,0.066-0.065,0.055-0.044,0.125 0.113,0.146-0.094,0.204-0.236,0.160-0.113,0.137-0.052,0.114-0.005,0.212-0.141,0.080 0.023,0.546-0.249,0.193 0.067,0.080 0.109,-0.483 0.420,-0.029 0.077,0.123-0.017,-0.061 0.085,4.208-1.789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2224.000 889.000,'-0.098'-0.049,"-0.154"-0.077,-0.178-0.089,0.052 0.044,-0.080-0.009,-0.169-0.026,-0.091 0.010,-0.078-0.008,-0.065-0.019,-0.147-0.027,-0.104-0.031,-0.227-0.046,-0.039 0.012,0.026 0.027,0.068 0.035,0.193 0.059,0.040 0.031,0.031 0.030,0.023 0.027,-0.224 0.012,0.032 0.031,0.488 0.034,0.002 0.008,-0.276 0.005,-0.063 0.009,-0.075 0.007,0.212 0.029,-0.095 0.049,-0.535 0.161,-0.190 0.155,-0.172 0.139,-0.151 0.121,-1.010 0.484,-0.098 0.176,0.102 0.166,-0.266 0.326,0.230 0.036,1.486-0.854,0.068-0.012,-0.359 0.310,0.181-0.025,0.194-0.030,-0.125 0.307,0.210 0.008,0.166 0.014,0.424-0.178,0.045 0.222,-0.032 0.488,0.097 0.203,0.040 0.453,0.130 0.067,0.235-0.592,0.130 0.053,0.138 0.519,0.155-0.034,0.129-0.078,0.104-0.104,0.367 0.632,0.280-0.141,-0.339-1.424,0.144 0.014,0.542 0.614,0.256 0.053,0.250 0.069,0.233 0.078,1.090 0.560,0.643 0.078,-0.092-0.428,0.225-0.161,0.164-0.234,0.112-0.274,0.495-0.116,-0.181-0.362,-0.694-0.460,-0.199-0.281,0.565-0.355,-0.379-0.572,-1.327-0.244,-0.155-0.306,0.350-0.860,-0.206-0.507,-0.234-0.336,-0.242-0.200,0.010-0.715,-0.330-0.181,-0.790 1.388,-0.118 0.000,0.086-0.676,-0.129 0.066,-0.095 0.096,0.006-0.647,-0.144 0.058,-0.128 0.088,-0.162 1.017,-0.047 0.085,-0.078-0.226,-0.122 0.030,-0.108 0.054,-0.093 0.069,-0.078 0.076,-0.064 0.078,-0.113-0.294,-0.043 0.036,0.040 0.317,-0.014 0.094,0.014 0.127,0.034 0.144,0.031 0.142,0.027 0.133,0.023 0.121,-1.262-2.698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1658.000 604.000,'-0.089'0.030,"-0.145"0.048,-0.346 0.202,-0.309 0.231,-0.721 0.605,-0.422 0.481,0.442-0.260,-0.176 0.242,-1.116 1.262,-0.239 0.496,1.130-1.150,-0.186 0.246,-1.450 1.670,-0.192 0.225,-0.066 0.058,0.023-0.058,-1.159 1.007,-0.403 0.042,-0.413 0.020,0.152-0.466,-0.761 0.393,-1.591 1.055,-0.020-0.170,0.311-0.383,2.977-2.288,-1.117 0.749,0.566-0.486,0.654-0.501,0.685-0.489,0.358-0.272,0.794-0.588,0.705-0.529,0.604-0.457,0.648-0.427,0.639-0.380,0.394-0.269,0.322-0.243,13.084-11.786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1691.000 602.000,'0.123'0.098,"0.192"0.154,0.223 0.178,0.123 0.155,0.298 0.333,0.869 0.863,0.636 0.606,-0.466-0.468,0.294 0.261,1.521 1.429,0.322 0.309,-1.145-1.076,0.108 0.116,2.333 2.258,0.178 0.167,-0.165-0.181,-1.416-1.161,-0.158 0.027,0.140 0.380,-0.442-0.263,-0.777-0.685,-0.379-0.204,-0.124 0.121,-0.365-0.311,-0.429-0.540,-0.153-0.142,-0.020 0.075,-0.176-0.258,-0.158-0.264,-0.136-0.252,-0.090-0.290,-0.009-0.114,-0.186-0.398,0.014-0.064,0.412 0.408,-0.021-0.163,-0.226-0.293,-0.034-0.042,-0.042-0.035,-0.046-0.028,-0.046-0.022,0.097 0.172,-0.087-0.055,-0.082-0.059,-0.072-0.056,0.038 0.137,0.126 0.246,0.242 0.530,0.092 0.232,-0.075-0.142,0.004-0.013,0.060 0.158,-0.088-0.085,-0.027-0.005,-0.122-0.256,-0.114-0.274,-0.100-0.265,-0.084-0.239,0.391 0.974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1497.000 748.000,'0.059'-0.035,"0.473"-0.313,0.281-0.214,-0.149 0.104,0.083-0.050,0.465-0.331,0.077-0.084,-0.519 0.361,-0.010-0.005,0.288-0.227,-0.049 0.036,-0.061 0.052,-0.066 0.060,0.008-0.102,-0.082-0.028,-0.147 0.084,-0.048 0.008,-0.039-0.033,-0.031-0.060,0.037-0.105,-0.024 0.047,-0.099 0.110,-0.049-0.000,-0.018-0.078,-0.068 0.027,-0.125 0.065,-0.155 0.086,-0.126 0.179,-0.139 0.028,-0.276-0.013,-0.267 0.054,-1.250-0.036,-0.710 0.101,1.136 0.182,-0.095 0.048,-1.064 0.167,-0.131 0.255,-0.529 0.389,0.179 0.251,0.270 0.185,0.882-0.164,0.103 0.161,-0.272 0.494,0.273 0.119,0.579-0.319,0.172 0.028,-0.026 0.366,0.273-0.066,0.336-0.350,0.195-0.138,0.178-0.148,0.231-0.433,0.339 0.201,0.309-0.189,0.252-0.172,0.462-0.189,0.404-0.166,0.014-0.144,0.135-0.113,0.590-0.136,0.008-0.064,-1.037 0.081,-0.064-0.025,0.892-0.215,-0.305 0.008,-0.570 0.108,-0.254 0.059,-0.240 0.067,-0.216 0.068,-0.186 0.065,-0.141 0.124,-0.143 0.149,-0.106 0.100,-0.064 0.123,-0.031-0.087,-0.016 0.081,-0.094 0.429,-0.112 0.176,-0.072 0.021,-0.102 0.142,-0.078 0.138,-0.057 0.129,-0.133 0.375,-0.087 0.297,-0.217 0.498,-0.115 0.086,0.109-0.341,0.038-0.092,0.071-0.151,0.091-0.185,0.032-0.008,0.131-0.260,0.063-0.046,0.154-0.334,0.127-0.289,0.118-0.365,0.052-0.130,0.041-0.106,0.031-0.083,0.328 0.238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1525.000 715.000,'-0.053'-0.040,"-0.093"-0.070,-0.288-0.201,-0.179-0.110,-0.069-0.039,-0.136-0.087,-0.407-0.304,-0.149-0.154,0.513 0.367,-0.047-0.037,-0.825-0.556,-0.196-0.050,0.235 0.224,-0.014 0.065,0.015 0.085,0.034 0.094,0.026 0.127,-0.267-0.006,-1.230-0.255,-0.182 0.097,0.966 0.316,-0.026 0.065,-1.016 0.302,-0.176 0.454,-0.752 0.656,0.082 0.488,0.182 0.376,0.393 0.363,0.101 0.550,1.138-0.543,0.049 0.324,-0.951 1.787,0.103 0.547,1.384-1.856,0.111 0.061,-0.924 2.959,0.480-0.024,0.477-0.404,0.694-0.873,0.469-0.133,0.546-0.605,0.558-0.068,0.583-0.114,0.572-0.141,1.347 0.595,0.764-0.403,0.574-0.540,0.410-0.588,0.644-0.575,0.377-0.525,0.179-0.454,-1.204-0.517,-0.014-0.281,-0.025-0.335,-0.031-0.357,0.988-0.641,-0.367-0.468,-2.310 0.431,-0.141-0.169,1.188-1.030,-0.281-0.371,-0.685 0.094,-0.263-0.138,0.290-0.840,-0.435-0.081,-1.267 1.431,-0.174-0.003,0.402-1.311,-0.405 0.277,-0.339 0.366,-0.273 0.396,-0.210 0.386,-0.249 0.815,-0.053 0.026,-0.046 0.038,-0.628-5.838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1787.000 733.000,'-0.025'0.098,"-0.038"0.154,-0.045 0.178,-0.007 0.014,-0.031 0.097,-0.031 0.091,-0.006 0.038,-0.033 0.154,-0.089 0.465,-0.000 0.168,0.048-0.070,0.022 0.071,-0.025 0.219,-0.011-0.016,0.037-0.224,0.016-0.049,0.021-0.053,0.025-0.053,0.071 0.065,0.128-0.115,0.111-0.209,0.122-0.052,0.122-0.060,0.116-0.062,0.401 0.228,0.295 0.078,-0.401-0.448,0.078 0.019,0.500 0.399,0.132 0.129,0.133 0.129,-0.046-0.025,-0.103-0.076,-0.137-0.108,-0.069-0.040,-0.216-0.165,-0.211-0.161,-0.195-0.148,-0.172-0.130,-0.145-0.110,-0.161-0.042,-0.200-0.067,-0.177-0.039,-0.007-0.096,-0.085 0.010,-0.347 0.145,-0.234 0.093,-0.257 0.108,-0.101 0.039,-0.038 0.013,0.359-0.191,-0.517 0.184,-0.016-0.013,-0.104 0.010,0.113-0.076,0.141-0.085,0.149-0.085,0.918-0.265,-4.705 0.410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1804.000 743.000,'0.029'-0.010,"0.045"-0.015,0.052-0.017,0.052-0.017,0.048-0.016,0.042-0.014,0.035-0.012,0.028-0.009,0.032-0.002,0.009 0.011,0.003 0.015,-0.009 0.016,-0.022 0.016,-0.026 0.015,-0.026 0.012,-0.024 0.010,-0.019 0.008,0.031 0.004,0.042 0.003,0.046 0.002,0.046 0.001,1.726 0.020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1798.000 743.000,'0.016'-0.005,"0.025"-0.008,0.029-0.010,0.028-0.009,0.026-0.009,0.022-0.007,0.018-0.006,0.014-0.005,0.010-0.004,0.007-0.002,0.005-0.002,0.003-0.001,0.001-0.000,0.000-0.000,-0.000 0.000,-0.162 0.056,0.011-0.003,0.224-0.053,0.109-0.016,0.392-0.065,0.117-0.006,-0.274 0.041,0.016-0.019,0.229-0.065,-0.006-0.005,0.016-0.006,-0.059 0.016,-0.071 0.021,-0.076 0.024,1.526-0.243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1816.000 722.000,'-0.029'0.000,"-0.044"0.000,-0.050 0.000,-0.049 0.000,-0.044 0.000,-0.037 0.000,-0.030 0.000,-0.022 0.000,-0.016 0.000,-0.327 0.000,0.053 0.000,-0.138 0.000,-0.486 0.000,-0.263 0.000,-0.179 0.000,-0.111 0.000,-0.029 0.030,0.028 0.048,0.065 0.058,0.086 0.061,-0.210 0.132,0.006 0.083,0.028 0.060,0.362-0.045,-0.025 0.062,0.096 0.100,-0.070 0.171,-0.300 0.405,-0.080 0.321,-0.042 0.300,-0.013 0.271,-0.253 0.587,-0.006 0.274,-0.334 0.888,0.260 0.029,0.345-0.248,0.047 0.250,0.258-0.274,0.795-1.710,0.089-0.067,-0.045 0.535,0.185-0.034,0.290 0.220,0.277-0.013,0.230-0.075,0.186-0.114,0.372 0.274,0.274-0.127,-0.192-0.827,0.160-0.091,0.805 0.514,0.270-0.131,-0.562-0.685,0.075-0.127,0.615 0.093,0.111-0.222,-0.176-0.273,0.101-0.150,0.104-0.156,0.102-0.154,0.614-0.286,0.526-0.272,0.367-0.297,0.237-0.300,0.611-0.479,-0.117-0.313,-0.743 0.032,-0.272-0.104,0.029-0.359,-0.490-0.114,-0.780 0.224,-0.414 0.006,-0.313-0.080,-0.401 0.077,-0.351 0.095,-0.298 0.102,-0.203-0.564,-0.280 0.028,-0.192 0.103,-0.364 0.203,-0.283-0.093,-0.216-0.001,-0.632-0.541,-0.327-0.047,-0.188 0.061,-0.270-0.058,-0.323-0.164,0.080 0.235,0.506 0.634,0.149 0.240,0.152 0.232,1.318 1.233,-1.142-0.878,-0.071 0.079,-0.141 0.086,-0.091 0.086,-0.456-0.072,0.126 0.182,0.201 0.178,0.234 0.163,-2.868-0.030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1795.000 792.000,'-0.067'0.089,"-0.101"0.135,-0.113 0.151,-0.110 0.147,0.307-0.405,-0.563 0.862,-0.247 0.402,-0.204 0.326,-0.163 0.255,0.047-0.099,-0.232 0.316,-0.852 1.212,-0.398 0.524,-0.317 0.449,-0.244 0.371,0.197-0.339,-0.162 0.138,-0.476 0.630,0.052-0.057,0.510-0.744,0.128-0.237,0.162-0.269,0.226-0.373,0.284-0.406,0.312-0.411,0.318-0.395,0.307-0.364,0.155-0.174,0.267-0.352,0.343-0.483,0.099-0.146,-0.037 0.081,0.164-0.179,-0.747 1.335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1733.000 913.000,'0.086'-0.086,"0.137"-0.137,0.162-0.162,0.233-0.196,0.197-0.139,-0.073 0.027,0.076-0.145,0.211-0.245,0.102-0.090,-0.077 0.090,0.032-0.024,-0.005-0.012,-0.031-0.003,0.071-0.136,-0.078 0.018,0.032-0.164,-0.189 0.102,-0.191 0.116,-0.263 0.228,-0.177 0.103,-0.171 0.122,-0.157 0.127,-0.138 0.123,-0.066 0.216,-0.257 0.016,-0.211 0.054,-0.549 0.023,-0.269 0.064,-0.470 0.077,0.004 0.091,0.116 0.079,0.176 0.135,0.017 0.182,0.547-0.059,0.030 0.079,-0.252 0.235,0.104 0.055,0.340-0.139,0.038 0.037,-0.160 0.255,0.132 0.049,0.146 0.035,0.146 0.024,0.197 0.015,0.220 0.008,0.285 0.156,0.306 0.047,0.537 0.085,0.285-0.109,0.332 0.003,0.009-0.122,0.125 0.029,0.539 0.269,0.031-0.076,-0.717-0.434,-0.075-0.023,0.391 0.348,-0.274-0.033,-0.586-0.355,-0.109 0.025,0.057 0.284,-0.179 0.018,-0.210-0.103,-0.117 0.039,-0.079 0.167,-0.106 0.004,-0.098-0.289,-0.042-0.005,-0.133 0.504,-0.189-0.118,0.060-0.661,-0.064-0.040,-0.362 0.340,-0.152-0.099,0.253-0.406,-0.069-0.050,-0.475 0.105,-0.220-0.056,-0.508 0.024,-0.025-0.101,0.583-0.171,0.056-0.044,-0.196-0.069,0.176-0.152,0.190-0.131,0.188-0.110,0.176-0.088,0.157-0.068,0.189 0.026,0.072-0.090,0.362-0.704,0.367-0.262,0.267-0.124,0.146 0.260,0.292-0.104,0.352-0.164,0.160 0.019,0.089 0.063,-0.470 0.469,0.804-0.500,0.022 0.042,0.355-0.201,-0.257 0.185,-1.123 0.757,-0.090 0.077,0.176-0.108,-0.182 0.095,-0.156 0.100,-0.129 0.099,1.178-0.499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1761.000 890.000,'0.000'-0.141,"0.000"-0.196,0.000-0.160,-0.037-0.189,-0.058-0.072,-0.040 0.214,-0.101-0.008,-0.422-0.209,-0.341 0.074,0.102 0.254,-0.241 0.052,-0.604-0.010,-0.491 0.027,-0.433 0.036,-0.371 0.041,-0.663 0.090,-0.463 0.121,-0.204 0.137,-0.010 0.141,-0.444 0.260,0.208 0.250,-0.147 0.420,0.438 0.319,1.014-0.081,0.363 0.089,0.342 0.050,0.310 0.021,0.579-0.225,0.138 0.077,-0.245 0.616,0.188 0.239,0.463-0.390,0.081 0.104,0.787-1.384,-1.002 2.518,0.231 0.007,0.227-0.150,0.686-2.357,-0.385 2.285,0.262-0.172,0.244-0.235,0.214-0.258,0.861 0.335,0.215-0.396,0.359 0.073,0.637 0.270,0.370-0.093,-0.051-0.358,0.214-0.091,0.613 0.045,0.216-0.252,-0.267-0.410,0.126-0.217,0.115-0.207,0.102-0.190,0.660-0.184,0.204-0.276,-0.947-0.233,0.062-0.187,1.173-0.387,0.066-0.316,-0.099-0.281,-0.204-0.241,0.149-0.474,-0.434-0.288,-0.301-0.247,-0.100-0.351,-0.562 0.044,-1.700 1.244,-0.169-0.017,0.533-0.980,-0.201-0.135,-0.214-0.026,-0.210 0.049,0.017-0.426,-0.257 0.221,-0.450 0.864,-0.077-0.088,-0.148 0.162,-0.141 0.271,-0.097 0.174,-0.080 0.168,-0.064 0.155,-0.052-0.034,-0.047 0.106,-0.034 0.437,-0.055 0.031,0.056 0.357,-0.334-0.556,-0.145 0.076,-0.106 0.071,-3.115-1.149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1716.000 962.000,'-0.066'0.040,"-0.116"0.070,-0.262 0.160,-0.169 0.107,-0.139 0.090,-0.158 0.160,-0.164 0.202,-0.396 0.385,-0.269 0.267,0.061 0.050,-0.086 0.222,-0.789 1.179,-0.471 0.802,0.444-0.438,-0.222 0.373,-1.146 1.558,-0.237 0.302,0.875-1.142,-0.029 0.069,-1.377 1.870,0.234-0.307,1.132-1.519,0.255-0.342,0.304-0.392,0.324-0.410,0.323-0.450,0.308-0.457,0.157-0.237,0.361-0.484,0.323-0.415,0.277-0.344,-0.311-0.579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1630.000 1072.000,'-0.028'0.084,"-0.043"0.128,-0.048 0.145,-0.305 0.693,-0.039 0.112,-0.082 0.253,-0.048 0.192,-0.265 0.784,-0.026 0.092,0.002-0.012,-0.036 0.206,-0.013 0.196,0.419-1.254,-0.016 0.091,-0.380 1.509,-0.025 0.429,0.213-0.730,0.012-0.009,-0.056 0.316,0.068-0.175,-1.829 9.884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1662.000 1065.000,'-0.074'0.037,"-0.120"0.060,-0.146 0.073,-0.114 0.069,-0.149 0.094,-0.233 0.226,-0.117 0.211,-0.280 0.425,-0.193 0.410,0.040 0.166,0.674-0.796,0.053 0.008,-0.155 0.437,0.126 0.010,0.124-0.003,0.116-0.011,0.307 0.079,0.301 0.092,0.584 0.566,0.514 0.134,-0.172-0.654,0.205 0.037,1.037 0.855,0.138-0.168,-0.010-0.245,-0.015-0.149,-0.139-0.171,-1.133-0.879,-0.099-0.062,0.234 0.225,-0.217-0.134,-0.208-0.130,-0.191-0.120,-0.164 0.031,-0.229-0.048,-0.204-0.043,-0.173-0.037,-0.040-0.232,-0.078-0.006,-0.425 0.165,-0.344 0.031,-0.293 0.043,-0.244 0.050,-0.407 0.087,-0.124-0.040,0.162-0.107,-0.052-0.026,-0.232 0.014,0.075-0.073,0.272-0.112,0.205-0.092,0.227-0.093,0.231-0.089,0.264-0.099,0.181-0.097,0.162-0.097,0.230-2.192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1669.000 1070.000,'0.040'0.000,"0.063"0.000,0.073 0.000,0.075 0.000,0.071 0.000,0.064 0.000,0.054 0.000,0.060-0.018,0.191-0.031,0.831-0.131,0.357-0.106,0.258-0.097,-0.318 0.040,-0.068 0.007,-0.290 0.057,-0.113 0.027,3.830-0.625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1686.000 1048.000,'-0.027'-0.040,"-0.044"-0.065,-0.053-0.080,-0.057-0.085,-0.104-0.096,-0.106-0.062,-0.048 0.009,-0.052 0.012,-0.036 0.030,-0.024 0.041,-0.027 0.037,-0.086 0.003,-0.323-0.049,-0.138 0.041,0.244 0.097,-0.128-0.006,-0.990-0.114,-0.339 0.034,-0.374 0.065,-0.617 0.235,-0.610 0.203,0.171 0.122,-0.138 0.135,-0.040 0.121,0.783 0.071,-2.018 0.855,-0.255 0.443,-0.117 0.302,-0.016 0.189,1.269-0.447,0.017 0.109,-2.347 1.486,0.339 0.116,3.034-1.726,0.170-0.043,-1.148 0.901,0.430-0.099,0.808-0.417,0.392-0.119,0.355-0.118,0.311-0.112,-0.032 0.409,0.398-0.047,0.635-0.712,0.138 0.025,-0.175 1.022,0.212-0.015,0.405-1.244,0.055-0.024,-0.073 1.132,0.131 0.041,0.101 0.033,0.112-0.255,0.101-0.015,0.101-0.093,0.094-0.139,0.084-0.162,1.102 0.855,1.241 0.676,0.055-0.462,0.505 0.141,0.583 0.182,0.206-0.147,0.074-0.231,-0.021-0.278,0.278-0.129,0.063-0.255,0.046-0.279,0.032-0.279,-0.461-0.423,0.073-0.226,0.494-0.282,0.393-0.309,0.950-0.426,0.131-0.512,-1.394-0.202,-0.073-0.310,1.165-0.809,-0.243-0.465,-0.406-0.271,-0.492-0.123,-0.520-0.016,-0.509 0.058,-0.927 0.385,-0.116-0.189,0.811-1.321,-0.364-0.100,-1.113 1.195,-0.205 0.079,0.188-0.685,-0.375 0.207,-0.346 0.224,-0.493 1.026,0.093-0.582,-0.132-0.003,-0.148-0.080,-0.152-0.131,-0.172-0.114,-0.177-0.096,-0.419-0.890,-0.457-0.152,-0.063 0.715,-0.220-0.053,-0.394-0.402,-0.194 0.057,0.320 0.836,-0.055 0.050,-0.267-0.248,0.021 0.224,-6.823-7.453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1819.000 789.000,'0.434'0.353,"0.350"0.288,0.271 0.227,0.201 0.171,0.141 0.123,1.307 1.449,1.263 1.220,-0.251-0.258,0.423 0.382,0.861 0.811,0.143 0.139,-0.549-0.466,-0.012 0.083,0.378 0.474,-0.338-0.255,-0.415-0.351,-0.442-0.394,-0.277-0.047,-0.153 0.058,-0.204-0.027,-0.228-0.084,-0.718-0.920,0.128 0.217,1.602 2.356,0.187 0.332,-0.947-1.347,-0.104-0.158,0.942 1.330,-0.510-0.750,-0.564-0.826,-0.558-0.815,-0.812-1.137,-0.315-0.424,-0.282-0.369,0.648 0.111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1957.000 890.000,'-0.089'0.060,"-0.145"0.096,-0.035 0.053,-0.091 0.112,-0.358 0.628,-0.197 0.417,-0.128 0.297,-0.073 0.197,-0.369 1.007,-0.038 0.481,0.641-1.264,0.048 0.057,-0.389 1.577,0.197 0.006,0.407-1.195,0.096-0.096,-0.039 0.828,0.160-0.267,0.222-1.072,0.118-0.181,0.231 0.341,0.227-0.412,-0.026-0.672,0.092-0.146,0.205-0.061,0.138-0.167,0.237-0.110,0.090-0.158,-0.202-0.156,0.058-0.065,0.354-0.110,0.029-0.161,-0.131-0.111,0.027-0.126,0.488-0.365,-0.059-0.159,-0.813 0.377,-0.043-0.037,0.250-0.288,-0.114-0.020,-0.118 0.006,-0.114 0.023,-0.078-0.109,-0.032-0.092,-0.053-0.040,-0.065-0.001,-0.061-0.011,-0.102 0.097,-0.103 0.120,-0.098 0.130,-0.152 0.012,-0.188 0.108,-0.131 0.115,-0.085 0.111,-0.049 0.100,0.068 0.114,-0.021 0.048,-0.087 0.037,-0.030 0.037,-0.006 0.029,0.010 0.022,0.038 0.014,0.004 0.010,-0.116 0.013,0.009 0.004,0.181-0.009,0.001-0.001,-0.120 0.034,-0.002 0.045,0.117-0.007,-0.003 0.008,-0.188 0.070,0.039 0.015,0.053 0.011,0.058 0.007,0.056 0.004,-0.624 0.593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1970.000 873.000,'-0.053'0.000,"-0.087"0.000,-0.106 0.000,-0.114 0.000,-0.079 0.000,-0.098 0.000,-0.091 0.000,-0.083 0.000,-0.086 0.000,0.000 0.000,0.029 0.000,0.048 0.000,-0.111 0.030,-0.146 0.048,-0.190 0.028,-0.208 0.013,-0.178 0.001,-0.147-0.006,0.501-0.030,-0.086 0.018,-1.427 0.209,-0.350 0.104,0.262 0.018,0.093 0.044,0.179 0.031,0.227 0.021,1.276-0.250,-1.263 0.745,-0.228 0.472,-0.209 0.454,-0.162 0.444,-0.120 0.415,-0.484 0.826,-0.044 0.373,0.032 0.311,0.081 0.251,0.229 0.106,0.315 0.001,0.836-1.063,0.185-0.004,0.205-0.043,0.213-0.071,0.028 0.763,0.470-0.354,0.518-0.713,0.432-0.255,0.940 0.541,0.838-0.604,-0.564-1.452,0.308-0.112,2.096 0.608,0.936-0.238,-0.988-0.622,0.409-0.108,1.971 0.034,0.591-0.170,0.195-0.162,-0.090-0.147,-0.360-0.144,-0.156-0.099,-0.330-0.130,-0.438-0.146,-0.502-0.182,-0.524-0.199,-0.515-0.202,-0.453-0.351,-0.292-0.384,-0.474-0.248,-0.427-0.181,-0.373-0.125,-0.262-0.275,-0.311-0.161,-0.362 0.140,-0.201-0.123,-0.510 1.708,0.345-1.794,-0.066-0.251,0.019-1.086,-0.100-0.181,-0.119-0.098,-0.125-0.036,-0.162-0.528,-0.166 0.435,-0.140 0.531,-0.286 0.557,-0.408 0.216,0.285 1.231,-0.150 0.093,-1.339-1.011,-0.418 0.239,1.141 1.126,-0.081 0.088,-0.925-0.315,-0.096 0.149,0.020 0.156,0.099 0.152,-9.109-1.479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1945.000 960.000,'-0.060'0.119,"-0.096"0.193,-0.098 0.171,-0.141 0.242,-0.506 0.680,-0.459 0.630,-0.651 0.969,-0.355 0.572,-0.036 0.076,-0.069 0.116,0.004-0.000,0.054-0.081,0.195-0.276,0.048-0.038,-0.440 0.774,0.147-0.129,1.057-1.678,0.068-0.051,-0.618 1.247,0.121-0.053,0.284-0.533,0.059-0.195,0.081-0.238,0.093-0.257,0.097-0.258,0.323-0.605,-0.423 0.524,0.036-0.145,0.176-0.335,0.028-0.142,-0.232 0.145,0.047-0.149,0.197-0.254,0.081-0.117,-2.468 1.859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1874.000 1051.000,'0.000'0.111,"0.000"0.181,0.000 0.219,0.000 0.054,0.000 0.166,0.000 0.732,0.000 0.382,0.000-0.410,0.000 0.146,-0.030 0.716,-0.048 0.221,-0.018-0.433,-0.041 0.145,-0.230 1.566,-0.148 0.061,0.169-1.472,-0.001-0.084,-0.109 0.475,-0.010-0.229,0.116-0.733,0.022-0.173,-0.116 0.495,0.082-0.435,0.082-0.392,0.074-0.331,0.001 0.143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1896.000 1051.000,'0.000'0.049,"0.000"0.077,0.000 0.089,0.000 0.090,0.000 0.084,0.000 0.074,0.000 0.063,0.000 0.050,0.000 0.039,-0.030 0.101,-0.048 0.246,-0.026-0.153,-0.078 0.229,-0.302 0.947,-0.309 0.880,-0.180 0.465,-0.013-0.208,-0.110 0.039,-0.171 0.301,0.052-0.210,0.335-0.908,0.081-0.205,-0.161 0.483,0.187-0.434,-0.606 2.549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1914.000 1017.000,'-0.026'0.000,"-0.042"0.000,-0.048 0.000,-0.050 0.000,-0.047 0.000,-0.042 0.000,-0.036 0.000,-0.029 0.000,0.153 0.000,-0.245 0.000,-0.112 0.000,-0.509 0.000,-0.172 0.000,-0.110 0.000,-0.064 0.000,0.561 0.000,-0.054 0.000,-0.819 0.037,-0.212 0.058,0.511 0.039,-0.252 0.097,-1.181 0.285,-0.283 0.134,-0.152 0.093,-0.916 0.513,1.147-0.206,-0.096 0.180,-1.476 0.931,0.030 0.321,1.455-0.606,0.085 0.161,-0.699 0.809,0.216 0.133,0.601-0.235,0.216 0.104,-0.011 0.459,0.352 0.052,0.752-0.720,0.229 0.051,0.031 0.914,0.297 0.150,0.262 0.011,0.224-0.086,0.220-0.277,0.173-0.039,0.234 0.334,0.258-0.129,0.075-0.919,0.150-0.137,0.460 0.488,0.293-0.244,0.692 0.164,0.288-0.485,-0.968-1.256,0.100-0.150,0.710 0.108,0.234-0.196,0.715-0.184,0.553-0.166,0.974-0.112,0.316-0.153,-0.492-0.156,-0.052-0.117,-0.125-0.133,-0.172-0.138,0.639-0.266,-0.480-0.172,-1.538 0.114,-0.261-0.097,0.131-0.265,-0.381-0.093,-0.354-0.064,-0.317-0.041,0.276-0.653,-0.195-0.153,-0.193-0.033,-0.175 0.042,-0.260 0.198,-0.115 0.010,-0.026-0.181,0.077-0.475,-0.048-0.154,-0.075-0.062,-0.090 0.006,-0.036-0.281,-0.122 0.077,-0.114 0.127,-0.102 0.154,-0.142 0.633,-0.078 0.055,-0.415-0.885,-0.453 0.013,0.027 0.865,-0.216 0.077,-0.574-0.325,-0.201 0.207,-0.165 0.176,0.048 0.294,0.121 0.285,0.162 0.260,-3.338-0.040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1867.000 1123.000,'-0.054'0.041,"-0.086"0.065,-0.101 0.076,-0.104 0.078,-0.099 0.074,-0.021 0.080,-0.116 0.195,-0.379 0.582,-0.226 0.445,0.106-0.010,-0.137 0.361,-0.292 0.694,-0.094 0.380,0.051 0.016,-0.010 0.085,0.009 0.010,0.023-0.042,0.228-0.523,-0.093 0.090,-0.554 0.936,-0.302 0.385,-0.389 0.545,-0.066 0.003,0.030-0.140,0.799-1.394,-1.053 1.541,0.189-0.422,0.274-0.520,0.311-0.551,-3.711 4.247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1775.000 1222.000,'0.089'-0.134,"0.135"-0.202,0.030-0.001,0.063-0.022,0.030 0.045,0.078 0.019,0.217-0.003,0.192 0.041,0.065 0.053,0.069 0.037,0.036 0.035,0.012 0.031,0.068 0.024,0.000 0.025,-0.172 0.204,0.055 0.175,0.464 0.493,-0.037 0.276,-0.481-0.228,-0.079 0.098,0.256 0.782,-0.231 0.116,-0.183 0.046,-0.163-0.104,-0.095 0.041,-0.089-0.023,-0.080-0.065,-0.130-0.266,-0.125-0.073,-0.104-0.251,-0.110-0.079,-0.394 0.298,-0.277-0.062,-0.055-0.220,-0.112-0.080,-0.399 0.146,0.032-0.179,0.102-0.175,0.137-0.159,0.148-0.136,0.181-0.106,0.049-0.049,0.228-0.097,0.058-0.003,-0.043 0.081,0.182-0.039,0.184-0.047,0.173-0.049,0.154-0.047,0.131-0.042,0.106-0.036,-0.026-0.040,0.099-0.013,0.342-0.008,0.218-0.014,0.404-0.011,0.268-0.008,-0.424-0.000,0.067-0.001,0.262-0.002,0.049-0.000,0.181-0.001,-0.094 0.001,-0.151 0.001,-0.180 0.001,-0.189 0.001,-0.184 0.001,-0.282 0.002,-0.051 0.001,0.198 0.000,-0.086 0.001,-0.330 0.001,0.003 0.000,0.255 0.000,-0.026 0.000,-0.040 0.000,1.689 0.003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1820.000 1221.000,'0.000'0.047,"0.000"0.078,0.000 0.097,0.000 0.129,0.000 0.146,0.000 0.151,0.000 0.148,0.000 0.633,0.000 0.424,-0.024 0.027,-0.039 0.172,-0.040 0.438,-0.015 0.123,0.024-0.571,0.002-0.012,-0.030 0.813,0.015-0.136,0.040-0.899,0.009-0.076,-0.007 0.530,0.016-0.274,0.014-0.292,0.011-0.283,0.009-0.256,0.007-0.102,0.038 2.171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1834.000 1200.000,'-0.062'-0.037,"-0.100"-0.060,-0.119-0.072,-0.125-0.075,-0.120-0.072,-0.064-0.050,-0.046-0.047,0.128 0.088,-0.010 0.009,-0.154-0.069,-0.072 0.001,-0.203-0.024,-0.107 0.041,-0.069 0.020,-0.040 0.004,0.116 0.057,-0.007 0.027,-0.056 0.019,0.026 0.037,0.036 0.037,0.041 0.034,-0.337 0.013,-0.083 0.042,-0.101 0.034,0.351 0.023,-0.128 0.008,0.911 0.016,-1.605 0.151,-0.323 0.141,-0.592 0.266,-0.179 0.241,-0.115 0.264,-0.066 0.264,0.765-0.163,0.064 0.129,-0.917 0.730,0.184 0.037,0.790-0.400,0.152 0.025,0.190 0.009,0.208-0.003,0.038 0.227,0.258 0.016,0.237 0.044,0.208 0.061,0.369-0.448,0.120 0.001,0.058 0.216,0.130-0.031,0.112-0.043,0.094 0.076,0.071 0.277,0.075-0.001,0.051-0.260,0.031-0.036,0.029 0.204,0.016-0.013,0.023-0.274,0.041-0.071,0.021-0.267,0.040-0.060,0.199 0.448,0.123-0.129,0.185-0.220,0.289 0.103,0.533 0.341,0.396 0.141,-0.204-0.386,0.229 0.057,0.929 0.567,0.293 0.047,-0.178-0.312,0.148-0.111,0.973 0.278,0.079-0.203,-0.502-0.373,-0.291-0.231,-0.356-0.225,-0.377-0.207,-0.367-0.182,0.265-0.354,0.210-0.310,-0.230-0.221,0.030-0.192,0.283-0.316,-0.105-0.262,-0.395-0.109,-0.081-0.221,-0.070-0.215,-0.059-0.201,0.421-0.778,-0.149-0.305,-0.801 0.672,-0.063-0.205,0.300-0.953,-0.175-0.184,-0.083-0.406,-0.288 0.145,-0.280 0.243,-0.318 0.482,-0.006-1.125,-0.223 0.616,-0.108 0.147,-0.094 0.239,-0.079 0.291,-0.068 0.429,-0.047 0.253,-0.036 0.233,-0.028 0.208,-0.066-0.103,-0.076 0.298,0.004 0.593,-0.041 0.142,-0.120-0.024,-0.060 0.146,0.048 0.222,-0.029 0.076,-0.320 0.019,-0.203 0.096,-0.146 0.078,-0.098 0.061,-0.197 0.048,-0.026 0.038,-4.047 0.356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1458.000 781.000,'-0.067'0.067,"-0.101"0.101,-0.113 0.113,-0.110 0.110,-0.004-0.043,-0.155 0.076,-0.155 0.081,-0.148 0.081,-0.183 0.124,-0.199 0.149,-0.992 0.870,-0.384 0.402,-0.151 0.223,0.008 0.092,0.110 0.001,0.360-0.241,0.081 0.020,0.494-0.423,-0.043 0.133,-0.328 0.481,-0.075 0.196,-0.447 0.556,-0.203 0.175,-1.069 0.978,-0.414 0.113,1.816-2.008,-0.211 0.049,-3.634 2.421,-1.268 0.390,1.049-0.959,-0.332 0.055,-0.172-0.073,-0.050-0.161,0.110-0.193,0.219-0.206,-0.364 0.119,0.631-0.408,1.917-1.025,0.502-0.243,-0.717 0.408,0.975-0.533,1.588-0.845,0.412-0.194,0.070 0.021,0.571-0.282,0.465-0.237,0.365-0.192,0.275-0.149,0.198-0.111,0.119-0.070,0.200-0.081,0.147-0.082,0.182-0.111,0.054-0.078,-0.131 0.033,-0.028 0.004,-0.042 0.019,-0.049 0.028,-0.024 0.022,-0.058 0.039,-0.054 0.038,-0.048 0.035,0.820-0.020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1279.000 914.000,'-0.013'0.052,"-0.020"0.081,-0.023 0.093,-0.023 0.093,-0.021 0.086,-0.019 0.074,0.073-0.222,-0.046 0.610,0.005 0.328,-0.016 0.271,-0.030 0.218,-0.057 0.724,-0.001 0.201,0.064-0.742,0.010 0.035,-0.015 0.623,0.021 0.052,0.037-0.609,0.012-0.062,0.001 0.504,0.016-0.142,0.028 6.186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1305.000 925.000,'0.024'-0.094,"0.039"-0.157,0.049-0.147,0.053-0.133,0.030-0.093,0.012-0.060,-0.001-0.058,-0.010-0.053,0.033-0.100,0.022 0.053,-0.028 0.138,-0.010 0.041,0.035-0.137,-0.057 0.123,-0.061 0.124,-0.058 0.114,-0.051 0.098,-0.042 0.080,-0.034 0.062,-0.025 0.045,-0.018 0.031,-0.030-0.003,-0.064-0.048,-0.073-0.064,0.031 0.027,-0.036-0.035,0.026 0.009,-0.003-0.027,-0.072-0.064,-0.047-0.003,-0.202-0.108,-0.091-0.013,-0.111 0.018,-0.119 0.038,-0.015 0.066,-0.036 0.048,-0.015 0.049,0.001 0.046,-0.322 0.095,-0.257 0.064,-0.134 0.071,-0.040 0.072,0.028 0.069,0.076 0.064,-0.199 0.152,0.262 0.065,0.600-0.100,0.137 0.053,0.018 0.189,0.244 0.041,0.232 0.188,0.287 0.056,0.234 0.043,0.113-0.216,0.197 0.026,0.422 0.219,0.327 0.158,0.244 0.154,0.173 0.143,0.385 0.312,0.114 0.077,-0.024 0.034,-0.115 0.002,-0.170 0.011,-0.197 0.016,-0.496-0.441,-0.117-0.034,0.299 0.699,-0.309-0.157,-0.563-0.947,-0.078-0.065,0.009 0.222,-0.112-0.069,-0.140 0.068,-0.191-0.054,-0.127-0.250,-0.147 0.018,-0.263 0.172,-0.162-0.050,-0.128-0.074,-0.097-0.086,-0.300 0.002,-0.104-0.152,0.384-0.273,-0.016-0.068,-0.592 0.033,0.032-0.126,0.196-0.102,1.082-0.113,-0.978-0.079,0.205-0.129,0.213-0.092,0.271-0.189,0.129-0.219,0.180 0.052,0.091-0.089,0.138-0.333,0.183-0.082,0.173-0.077,0.156-0.069,0.052 0.096,0.097-0.048,0.190-0.214,0.083-0.043,-0.007 0.166,0.119 0.016,0.264-0.101,0.103 0.097,-0.266 0.343,0.047 0.037,0.445-0.255,0.095-0.010,0.051 0.035,0.018 0.063,-0.035 0.049,-0.069 0.036,-0.602 0.350,-0.033 0.000,0.553-0.432,-0.214 0.052,-0.517 0.350,-0.088 0.034,0.070-0.138,-0.156 0.053,0.636-1.964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1312.000 891.000,'-0.140'-0.140,"-0.214"-0.214,-0.242-0.242,0.126 0.144,-0.078-0.047,-0.321-0.186,-0.135-0.018,-0.080 0.025,-0.038 0.053,-0.164 0.099,-0.174 0.069,-0.102 0.071,-0.046 0.068,-0.206 0.041,0.045 0.071,0.046 0.060,0.044 0.049,0.219 0.112,0.021 0.142,-0.050 0.142,0.054 0.103,0.060 0.076,0.062 0.054,-0.687 0.484,-0.227 0.240,0.990-0.522,-0.024 0.059,-0.488 0.357,-0.061 0.058,-0.005 0.079,0.035 0.090,-0.428 0.513,0.259-0.070,0.294-0.140,0.396-0.186,0.139 0.022,0.227-0.158,0.092 0.014,-0.039 0.381,0.165 0.017,0.155 0.003,0.144-0.155,0.120-0.302,0.027 0.112,-0.027 0.661,0.047 0.126,0.036 0.189,0.043-0.027,0.036-0.079,0.030-0.111,0.024 0.031,0.021-0.079,0.053 0.272,0.070 0.101,0.041-0.760,0.103-0.013,0.243 0.527,0.147 0.033,-0.069-0.528,0.070-0.022,0.318 0.406,0.211 0.079,0.477 0.521,0.034-0.192,-0.065-0.275,-0.124-0.308,0.179-0.049,0.139-0.174,0.103-0.241,-0.752-0.691,0.019-0.074,0.851 0.289,0.003-0.215,-0.628-0.347,-0.010-0.090,0.452-0.082,0.075-0.210,-0.099-0.152,0.161-0.121,0.139-0.172,0.117-0.201,0.782-0.430,0.178-0.227,-0.647 0.157,-0.055-0.057,0.263-0.243,-0.049-0.110,0.285-0.280,-0.329 0.111,-0.370 0.176,-0.693 0.373,-0.136 0.035,0.305-0.354,-0.234 0.056,-0.245 0.091,-0.398 0.190,-0.072-0.108,0.019-0.263,-0.077-0.083,-0.162 0.124,-0.083-0.037,-0.062-0.096,-0.090 0.023,-0.082 0.042,-0.072 0.053,-0.056-0.076,-0.056-0.027,-0.067 0.323,-0.052-0.020,-0.159-0.743,-0.123-0.304,-0.065 0.099,-0.100-0.100,-0.313-1.000,-0.058-0.028,0.035 0.304,-0.004 0.149,0.020 0.230,0.270 0.908,0.044 0.122,-0.025-0.054,0.030 0.173,-0.033 0.032,0.017 0.198,0.036 0.238,0.004 0.157,-0.000 0.140,-0.003 0.120,-0.062 0.094,-0.053 0.113,-2.535 0.071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1493.000 792.000,'0.042'0.028,"0.064"0.043,0.073 0.048,0.072 0.048,0.065 0.043,0.056 0.037,-0.286-0.189,0.668 0.556,0.254 0.295,0.168 0.245,0.347 0.478,0.277 0.428,-0.237-0.169,0.108 0.249,0.140 0.288,0.156 0.303,0.160 0.252,0.155 0.204,0.722 1.046,0.023 0.106,-0.919-1.299,0.006 0.019,0.302 0.476,-0.019 0.026,0.199 0.405,-0.163-0.114,-0.046 0.081,-0.144-0.091,-0.407-0.586,-0.176-0.196,-0.020 0.143,-0.221-0.234,-0.438-0.827,-0.110-0.166,0.141 0.522,-0.222-0.319,-0.261-0.669,-0.075-0.237,0.703 1.652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1529.000 905.000,'-0.037'0.092,"-0.058"0.144,-0.067 0.167,-0.068 0.169,-0.042 0.281,-0.073 0.359,-0.178 0.582,-0.150 0.363,0.003 0.017,-0.043 0.245,-0.145 0.558,-0.047 0.174,0.118-0.288,0.050 0.027,-0.075 0.688,0.130-0.139,0.251-1.110,0.033-0.052,-0.049 0.511,0.070-0.202,0.097-0.494,0.052-0.222,-0.141 5.345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1545.000 924.000,'-0.050'0.066,"-0.079"0.106,-0.094 0.125,-0.097 0.129,-0.163 0.389,-0.081 0.297,-0.018 0.211,0.124-0.119,0.000 0.187,-0.044 0.363,0.039 0.081,0.097 0.019,0.133-0.027,0.153-0.105,0.160-0.156,0.141-0.185,0.122-0.197,0.102-0.196,0.413-0.044,0.109-0.301,0.163-0.178,0.409-0.122,0.134-0.157,0.082-0.112,-0.666-0.135,0.117-0.106,0.126-0.105,0.899-0.395,0.114-0.224,-0.523 0.103,-0.031-0.079,0.396-0.354,-0.179-0.058,-0.413 0.148,-0.211 0.034,-0.099-0.071,-0.261 0.085,-0.237 0.062,-0.207 0.044,-0.264 0.028,-0.287 0.016,-0.163 0.328,-0.183 0.016,-0.731-0.233,-0.414 0.092,-0.222 0.076,-0.080 0.061,-0.053 0.060,0.082 0.089,0.123 0.088,0.130 0.078,0.169 0.074,0.166 0.063,0.152 0.051,0.228 0.043,0.039 0.022,-0.102 0.018,-0.047 0.015,0.135 0.005,-0.090 0.004,-0.486 0.007,-0.183 0.002,-0.087-0.000,-0.016-0.001,-0.309-0.001,-0.091-0.003,-7.910 0.029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1570.000 893.000,'-0.055'0.000,"-0.090"0.000,-0.109 0.000,-0.103-0.024,-0.141-0.039,-0.279-0.039,-0.219-0.015,-0.077 0.010,-0.201 0.003,-0.670-0.052,-0.302-0.042,0.836 0.075,-0.065-0.000,-1.332-0.055,-0.442 0.015,-0.254 0.109,-0.112 0.167,0.780 0.057,-0.023 0.073,-0.438 0.189,-0.007 0.184,-0.701 0.387,0.265 0.149,0.915-0.106,0.134 0.157,0.105 0.197,0.079 0.215,-0.638 0.815,0.274 0.107,0.298-0.007,0.359 0.047,0.073 0.324,0.378-0.168,0.183 0.099,-0.076 0.757,0.327-0.086,0.550-1.114,0.141-0.043,0.198 0.437,0.403-0.087,0.428-0.098,0.423-0.100,0.537 0.040,0.459-0.104,0.721 0.151,0.417-0.119,0.320-0.111,-1.741-1.357,1.248 0.592,0.413 0.044,1.747 0.529,0.515-0.113,1.058 0.032,0.106-0.275,0.141-0.260,-0.465-0.373,-0.591-0.357,-0.634-0.322,-1.543-0.317,-0.086-0.200,1.808-0.649,-0.248-0.591,-0.430-0.455,-0.741-0.351,0.036-0.562,0.375-0.857,-0.236-0.328,-0.759 0.264,-0.376-0.112,-0.403-0.001,-0.403 0.078,-0.384 0.130,-0.132-0.907,-0.727 1.327,-0.263-0.003,-0.353-1.268,-0.539 0.155,-0.231 0.972,-0.280 0.133,-0.230 0.144,-0.183 0.145,-0.911-0.700,-0.231 0.397,-0.052 0.473,0.196 0.572,0.083 0.374,-0.048 0.272,0.212 0.386,-3.492 0.205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1289.000 978.000,'-0.084'0.084,"-0.128"0.128,-0.145 0.145,-0.046 0.136,-0.104 0.249,-0.140 0.369,-0.133 0.387,-0.105 0.346,-0.080 0.301,-0.100 0.328,0.003 0.070,0.032-0.020,0.050-0.082,0.111-0.144,0.056 0.056,-0.003 0.294,0.116-0.069,0.211-0.622,0.041-0.035,-0.082 0.451,0.034-0.148,-0.194 0.419,-0.033-0.144,0.018-0.252,0.048-0.299,0.095-0.604,-0.127 0.076,-0.735 0.915,0.103-0.381,-0.138 0.040,-0.340 0.226,-0.118-0.089,-0.244 0.043,0.066-0.247,0.708-0.725,0.091-0.153,-4.595 3.043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1224.000 1069.000,'0.112'0.000,"0.171"0.000,0.193 0.000,-0.094 0.000,0.075 0.000,0.375 0.000,0.175 0.000,-0.042 0.071,0.028 0.118,0.090 0.178,-0.088 0.142,-0.181 0.090,-0.065 0.170,-0.082 0.179,-0.089 0.177,-0.043 0.323,-0.110 0.126,-0.100 0.111,-0.087 0.094,-0.137 0.255,-0.186-0.002,-0.034-0.840,-0.076-0.027,-0.236 0.446,-0.117-0.101,-0.087-0.116,-0.067-0.217,-0.143-0.110,-0.157-0.082,-0.112-0.104,-0.074-0.116,-0.144-0.025,0.082-0.095,0.051-0.060,0.156-0.094,0.159-0.081,0.150-0.067,0.134-0.053,0.171-0.015,0.283-0.044,0.273-0.032,0.242-0.022,0.203-0.014,0.160-0.008,0.364 0.155,0.379 0.196,0.050 0.081,0.132 0.113,0.050 0.065,-0.009 0.028,-0.048 0.002,-0.071-0.016,-0.564-0.258,-0.029 0.014,0.413 0.318,-0.108 0.044,-0.485-0.255,-0.050 0.069,0.197 0.433,-0.134 0.048,-0.136-0.016,-0.131-0.060,-0.216 0.167,-0.300-0.076,-0.173-0.266,-0.135-0.096,-0.106-0.098,-0.080-0.094,0.342-0.501,-0.291 0.257,-0.037-0.026,-0.398 0.178,0.037-0.136,0.090-0.138,0.115-0.127,0.121-0.110,0.115-0.090,0.101-0.070,0.084-0.052,0.067-0.037,0.054-0.002,0.026-0.053,0.020-0.059,0.203-1.898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1256.000 1079.000,'0.000'0.100,"0.000"0.159,0.000 0.187,0.000 0.193,0.000 0.088,0.000 0.133,0.000 0.118,0.030 0.245,0.048 0.247,-0.000-0.188,0.010 0.147,0.027 0.504,-0.002 0.079,-0.008 0.017,-0.017-0.147,0.011 0.697,-0.021-0.181,-0.019-0.299,-0.017-0.346,-0.014-0.345,-0.028 1.104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03T22:42:3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1273.000 1048.000,'-0.122'0.000,"-0.188"0.000,-0.213 0.000,-0.212 0.000,0.007-0.030,-0.067-0.048,-0.043-0.058,-0.024-0.061,-0.022 0.026,-0.218-0.007,-1.112-0.099,-0.272 0.026,-0.095-0.019,-0.262 0.021,-0.331 0.011,0.231 0.043,-0.042 0.021,0.016 0.070,0.057 0.102,-0.523 0.169,0.310 0.151,0.355 0.128,0.357 0.104,1.058-0.172,0.056 0.068,-0.146 0.203,0.069 0.145,-0.494 0.688,0.088 0.297,0.590-0.380,0.049 0.192,-0.377 1.253,0.056 0.608,0.193 0.044,0.145 0.031,0.161-0.113,0.163-0.207,0.232-0.020,0.206 0.135,0.221 0.488,0.248-0.029,0.210-0.449,0.237-0.013,0.369 0.355,0.267-0.111,0.096-0.482,0.243-0.065,0.172-0.118,0.113-0.150,-0.141-0.453,0.094-0.092,0.725 0.504,0.209-0.128,-0.198-0.429,0.073-0.156,0.072-0.182,0.068-0.191,0.447-0.036,0.093-0.227,-0.012-0.234,-0.082-0.226,0.494-0.207,-0.111-0.372,-0.114-0.340,-0.701-0.265,-0.185-0.283,-0.660-0.060,-0.067-0.207,0.438-0.682,0.115-0.447,0.237-0.558,-0.044-0.261,-0.098-0.155,-0.222 0.038,0.177-0.508,-0.154-0.045,0.083-0.504,-0.404 0.303,-0.412 0.381,-0.432 0.541,-0.296 0.306,-0.400 0.820,-0.169 0.037,-0.237-0.231,-0.287-0.038,-0.754-0.662,-0.603-0.292,-0.133 0.191,-0.211-0.057,-0.380-0.284,-0.007 0.148,0.348 0.497,0.132 0.218,-0.088-0.023,0.257 0.328,0.260 0.310,-2.051-1.527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customXml" Target="../ink/ink4.xml"/><Relationship Id="rId72" Type="http://schemas.openxmlformats.org/officeDocument/2006/relationships/slideLayout" Target="../slideLayouts/slideLayout2.xml"/><Relationship Id="rId71" Type="http://schemas.openxmlformats.org/officeDocument/2006/relationships/image" Target="../media/image36.png"/><Relationship Id="rId70" Type="http://schemas.openxmlformats.org/officeDocument/2006/relationships/customXml" Target="../ink/ink35.xml"/><Relationship Id="rId7" Type="http://schemas.openxmlformats.org/officeDocument/2006/relationships/image" Target="../media/image4.png"/><Relationship Id="rId69" Type="http://schemas.openxmlformats.org/officeDocument/2006/relationships/image" Target="../media/image35.png"/><Relationship Id="rId68" Type="http://schemas.openxmlformats.org/officeDocument/2006/relationships/customXml" Target="../ink/ink34.xml"/><Relationship Id="rId67" Type="http://schemas.openxmlformats.org/officeDocument/2006/relationships/image" Target="../media/image34.png"/><Relationship Id="rId66" Type="http://schemas.openxmlformats.org/officeDocument/2006/relationships/customXml" Target="../ink/ink33.xml"/><Relationship Id="rId65" Type="http://schemas.openxmlformats.org/officeDocument/2006/relationships/image" Target="../media/image33.png"/><Relationship Id="rId64" Type="http://schemas.openxmlformats.org/officeDocument/2006/relationships/customXml" Target="../ink/ink32.xml"/><Relationship Id="rId63" Type="http://schemas.openxmlformats.org/officeDocument/2006/relationships/image" Target="../media/image32.png"/><Relationship Id="rId62" Type="http://schemas.openxmlformats.org/officeDocument/2006/relationships/customXml" Target="../ink/ink31.xml"/><Relationship Id="rId61" Type="http://schemas.openxmlformats.org/officeDocument/2006/relationships/image" Target="../media/image31.png"/><Relationship Id="rId60" Type="http://schemas.openxmlformats.org/officeDocument/2006/relationships/customXml" Target="../ink/ink30.xml"/><Relationship Id="rId6" Type="http://schemas.openxmlformats.org/officeDocument/2006/relationships/customXml" Target="../ink/ink3.xml"/><Relationship Id="rId59" Type="http://schemas.openxmlformats.org/officeDocument/2006/relationships/image" Target="../media/image30.png"/><Relationship Id="rId58" Type="http://schemas.openxmlformats.org/officeDocument/2006/relationships/customXml" Target="../ink/ink29.xml"/><Relationship Id="rId57" Type="http://schemas.openxmlformats.org/officeDocument/2006/relationships/image" Target="../media/image29.png"/><Relationship Id="rId56" Type="http://schemas.openxmlformats.org/officeDocument/2006/relationships/customXml" Target="../ink/ink28.xml"/><Relationship Id="rId55" Type="http://schemas.openxmlformats.org/officeDocument/2006/relationships/image" Target="../media/image28.png"/><Relationship Id="rId54" Type="http://schemas.openxmlformats.org/officeDocument/2006/relationships/customXml" Target="../ink/ink27.xml"/><Relationship Id="rId53" Type="http://schemas.openxmlformats.org/officeDocument/2006/relationships/image" Target="../media/image27.png"/><Relationship Id="rId52" Type="http://schemas.openxmlformats.org/officeDocument/2006/relationships/customXml" Target="../ink/ink26.xml"/><Relationship Id="rId51" Type="http://schemas.openxmlformats.org/officeDocument/2006/relationships/image" Target="../media/image26.png"/><Relationship Id="rId50" Type="http://schemas.openxmlformats.org/officeDocument/2006/relationships/customXml" Target="../ink/ink25.xml"/><Relationship Id="rId5" Type="http://schemas.openxmlformats.org/officeDocument/2006/relationships/image" Target="../media/image3.png"/><Relationship Id="rId49" Type="http://schemas.openxmlformats.org/officeDocument/2006/relationships/image" Target="../media/image25.png"/><Relationship Id="rId48" Type="http://schemas.openxmlformats.org/officeDocument/2006/relationships/customXml" Target="../ink/ink24.xml"/><Relationship Id="rId47" Type="http://schemas.openxmlformats.org/officeDocument/2006/relationships/image" Target="../media/image24.png"/><Relationship Id="rId46" Type="http://schemas.openxmlformats.org/officeDocument/2006/relationships/customXml" Target="../ink/ink23.xml"/><Relationship Id="rId45" Type="http://schemas.openxmlformats.org/officeDocument/2006/relationships/image" Target="../media/image23.png"/><Relationship Id="rId44" Type="http://schemas.openxmlformats.org/officeDocument/2006/relationships/customXml" Target="../ink/ink22.xml"/><Relationship Id="rId43" Type="http://schemas.openxmlformats.org/officeDocument/2006/relationships/image" Target="../media/image22.png"/><Relationship Id="rId42" Type="http://schemas.openxmlformats.org/officeDocument/2006/relationships/customXml" Target="../ink/ink21.xml"/><Relationship Id="rId41" Type="http://schemas.openxmlformats.org/officeDocument/2006/relationships/image" Target="../media/image21.png"/><Relationship Id="rId40" Type="http://schemas.openxmlformats.org/officeDocument/2006/relationships/customXml" Target="../ink/ink20.xml"/><Relationship Id="rId4" Type="http://schemas.openxmlformats.org/officeDocument/2006/relationships/customXml" Target="../ink/ink2.xml"/><Relationship Id="rId39" Type="http://schemas.openxmlformats.org/officeDocument/2006/relationships/image" Target="../media/image20.png"/><Relationship Id="rId38" Type="http://schemas.openxmlformats.org/officeDocument/2006/relationships/customXml" Target="../ink/ink19.xml"/><Relationship Id="rId37" Type="http://schemas.openxmlformats.org/officeDocument/2006/relationships/image" Target="../media/image19.png"/><Relationship Id="rId36" Type="http://schemas.openxmlformats.org/officeDocument/2006/relationships/customXml" Target="../ink/ink18.xml"/><Relationship Id="rId35" Type="http://schemas.openxmlformats.org/officeDocument/2006/relationships/image" Target="../media/image18.png"/><Relationship Id="rId34" Type="http://schemas.openxmlformats.org/officeDocument/2006/relationships/customXml" Target="../ink/ink17.xml"/><Relationship Id="rId33" Type="http://schemas.openxmlformats.org/officeDocument/2006/relationships/image" Target="../media/image17.png"/><Relationship Id="rId32" Type="http://schemas.openxmlformats.org/officeDocument/2006/relationships/customXml" Target="../ink/ink16.xml"/><Relationship Id="rId31" Type="http://schemas.openxmlformats.org/officeDocument/2006/relationships/image" Target="../media/image16.png"/><Relationship Id="rId30" Type="http://schemas.openxmlformats.org/officeDocument/2006/relationships/customXml" Target="../ink/ink15.xml"/><Relationship Id="rId3" Type="http://schemas.openxmlformats.org/officeDocument/2006/relationships/image" Target="../media/image2.png"/><Relationship Id="rId29" Type="http://schemas.openxmlformats.org/officeDocument/2006/relationships/image" Target="../media/image15.png"/><Relationship Id="rId28" Type="http://schemas.openxmlformats.org/officeDocument/2006/relationships/customXml" Target="../ink/ink14.xml"/><Relationship Id="rId27" Type="http://schemas.openxmlformats.org/officeDocument/2006/relationships/image" Target="../media/image14.png"/><Relationship Id="rId26" Type="http://schemas.openxmlformats.org/officeDocument/2006/relationships/customXml" Target="../ink/ink13.xml"/><Relationship Id="rId25" Type="http://schemas.openxmlformats.org/officeDocument/2006/relationships/image" Target="../media/image13.png"/><Relationship Id="rId24" Type="http://schemas.openxmlformats.org/officeDocument/2006/relationships/customXml" Target="../ink/ink12.xml"/><Relationship Id="rId23" Type="http://schemas.openxmlformats.org/officeDocument/2006/relationships/image" Target="../media/image12.png"/><Relationship Id="rId22" Type="http://schemas.openxmlformats.org/officeDocument/2006/relationships/customXml" Target="../ink/ink11.xml"/><Relationship Id="rId21" Type="http://schemas.openxmlformats.org/officeDocument/2006/relationships/image" Target="../media/image11.png"/><Relationship Id="rId20" Type="http://schemas.openxmlformats.org/officeDocument/2006/relationships/customXml" Target="../ink/ink10.xml"/><Relationship Id="rId2" Type="http://schemas.openxmlformats.org/officeDocument/2006/relationships/customXml" Target="../ink/ink1.xml"/><Relationship Id="rId19" Type="http://schemas.openxmlformats.org/officeDocument/2006/relationships/image" Target="../media/image10.png"/><Relationship Id="rId18" Type="http://schemas.openxmlformats.org/officeDocument/2006/relationships/customXml" Target="../ink/ink9.xml"/><Relationship Id="rId17" Type="http://schemas.openxmlformats.org/officeDocument/2006/relationships/image" Target="../media/image9.png"/><Relationship Id="rId16" Type="http://schemas.openxmlformats.org/officeDocument/2006/relationships/customXml" Target="../ink/ink8.xml"/><Relationship Id="rId15" Type="http://schemas.openxmlformats.org/officeDocument/2006/relationships/image" Target="../media/image8.png"/><Relationship Id="rId14" Type="http://schemas.openxmlformats.org/officeDocument/2006/relationships/customXml" Target="../ink/ink7.xml"/><Relationship Id="rId13" Type="http://schemas.openxmlformats.org/officeDocument/2006/relationships/image" Target="../media/image7.png"/><Relationship Id="rId12" Type="http://schemas.openxmlformats.org/officeDocument/2006/relationships/customXml" Target="../ink/ink6.xml"/><Relationship Id="rId11" Type="http://schemas.openxmlformats.org/officeDocument/2006/relationships/image" Target="../media/image6.png"/><Relationship Id="rId10" Type="http://schemas.openxmlformats.org/officeDocument/2006/relationships/customXml" Target="../ink/ink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image" Target="../media/image87.png"/><Relationship Id="rId98" Type="http://schemas.openxmlformats.org/officeDocument/2006/relationships/customXml" Target="../ink/ink84.xml"/><Relationship Id="rId97" Type="http://schemas.openxmlformats.org/officeDocument/2006/relationships/image" Target="../media/image86.png"/><Relationship Id="rId96" Type="http://schemas.openxmlformats.org/officeDocument/2006/relationships/customXml" Target="../ink/ink83.xml"/><Relationship Id="rId95" Type="http://schemas.openxmlformats.org/officeDocument/2006/relationships/image" Target="../media/image85.png"/><Relationship Id="rId94" Type="http://schemas.openxmlformats.org/officeDocument/2006/relationships/customXml" Target="../ink/ink82.xml"/><Relationship Id="rId93" Type="http://schemas.openxmlformats.org/officeDocument/2006/relationships/image" Target="../media/image84.png"/><Relationship Id="rId92" Type="http://schemas.openxmlformats.org/officeDocument/2006/relationships/customXml" Target="../ink/ink81.xml"/><Relationship Id="rId91" Type="http://schemas.openxmlformats.org/officeDocument/2006/relationships/image" Target="../media/image83.png"/><Relationship Id="rId90" Type="http://schemas.openxmlformats.org/officeDocument/2006/relationships/customXml" Target="../ink/ink80.xml"/><Relationship Id="rId9" Type="http://schemas.openxmlformats.org/officeDocument/2006/relationships/image" Target="../media/image42.png"/><Relationship Id="rId89" Type="http://schemas.openxmlformats.org/officeDocument/2006/relationships/image" Target="../media/image82.png"/><Relationship Id="rId88" Type="http://schemas.openxmlformats.org/officeDocument/2006/relationships/customXml" Target="../ink/ink79.xml"/><Relationship Id="rId87" Type="http://schemas.openxmlformats.org/officeDocument/2006/relationships/image" Target="../media/image81.png"/><Relationship Id="rId86" Type="http://schemas.openxmlformats.org/officeDocument/2006/relationships/customXml" Target="../ink/ink78.xml"/><Relationship Id="rId85" Type="http://schemas.openxmlformats.org/officeDocument/2006/relationships/image" Target="../media/image80.png"/><Relationship Id="rId84" Type="http://schemas.openxmlformats.org/officeDocument/2006/relationships/customXml" Target="../ink/ink77.xml"/><Relationship Id="rId83" Type="http://schemas.openxmlformats.org/officeDocument/2006/relationships/image" Target="../media/image79.png"/><Relationship Id="rId82" Type="http://schemas.openxmlformats.org/officeDocument/2006/relationships/customXml" Target="../ink/ink76.xml"/><Relationship Id="rId81" Type="http://schemas.openxmlformats.org/officeDocument/2006/relationships/image" Target="../media/image78.png"/><Relationship Id="rId80" Type="http://schemas.openxmlformats.org/officeDocument/2006/relationships/customXml" Target="../ink/ink75.xml"/><Relationship Id="rId8" Type="http://schemas.openxmlformats.org/officeDocument/2006/relationships/customXml" Target="../ink/ink39.xml"/><Relationship Id="rId79" Type="http://schemas.openxmlformats.org/officeDocument/2006/relationships/image" Target="../media/image77.png"/><Relationship Id="rId78" Type="http://schemas.openxmlformats.org/officeDocument/2006/relationships/customXml" Target="../ink/ink74.xml"/><Relationship Id="rId77" Type="http://schemas.openxmlformats.org/officeDocument/2006/relationships/image" Target="../media/image76.png"/><Relationship Id="rId76" Type="http://schemas.openxmlformats.org/officeDocument/2006/relationships/customXml" Target="../ink/ink73.xml"/><Relationship Id="rId75" Type="http://schemas.openxmlformats.org/officeDocument/2006/relationships/image" Target="../media/image75.png"/><Relationship Id="rId74" Type="http://schemas.openxmlformats.org/officeDocument/2006/relationships/customXml" Target="../ink/ink72.xml"/><Relationship Id="rId73" Type="http://schemas.openxmlformats.org/officeDocument/2006/relationships/image" Target="../media/image74.png"/><Relationship Id="rId72" Type="http://schemas.openxmlformats.org/officeDocument/2006/relationships/customXml" Target="../ink/ink71.xml"/><Relationship Id="rId71" Type="http://schemas.openxmlformats.org/officeDocument/2006/relationships/image" Target="../media/image73.png"/><Relationship Id="rId70" Type="http://schemas.openxmlformats.org/officeDocument/2006/relationships/customXml" Target="../ink/ink70.xml"/><Relationship Id="rId7" Type="http://schemas.openxmlformats.org/officeDocument/2006/relationships/image" Target="../media/image41.png"/><Relationship Id="rId69" Type="http://schemas.openxmlformats.org/officeDocument/2006/relationships/image" Target="../media/image72.png"/><Relationship Id="rId68" Type="http://schemas.openxmlformats.org/officeDocument/2006/relationships/customXml" Target="../ink/ink69.xml"/><Relationship Id="rId67" Type="http://schemas.openxmlformats.org/officeDocument/2006/relationships/image" Target="../media/image71.png"/><Relationship Id="rId66" Type="http://schemas.openxmlformats.org/officeDocument/2006/relationships/customXml" Target="../ink/ink68.xml"/><Relationship Id="rId65" Type="http://schemas.openxmlformats.org/officeDocument/2006/relationships/image" Target="../media/image70.png"/><Relationship Id="rId64" Type="http://schemas.openxmlformats.org/officeDocument/2006/relationships/customXml" Target="../ink/ink67.xml"/><Relationship Id="rId63" Type="http://schemas.openxmlformats.org/officeDocument/2006/relationships/image" Target="../media/image69.png"/><Relationship Id="rId62" Type="http://schemas.openxmlformats.org/officeDocument/2006/relationships/customXml" Target="../ink/ink66.xml"/><Relationship Id="rId61" Type="http://schemas.openxmlformats.org/officeDocument/2006/relationships/image" Target="../media/image68.png"/><Relationship Id="rId60" Type="http://schemas.openxmlformats.org/officeDocument/2006/relationships/customXml" Target="../ink/ink65.xml"/><Relationship Id="rId6" Type="http://schemas.openxmlformats.org/officeDocument/2006/relationships/customXml" Target="../ink/ink38.xml"/><Relationship Id="rId59" Type="http://schemas.openxmlformats.org/officeDocument/2006/relationships/image" Target="../media/image67.png"/><Relationship Id="rId58" Type="http://schemas.openxmlformats.org/officeDocument/2006/relationships/customXml" Target="../ink/ink64.xml"/><Relationship Id="rId57" Type="http://schemas.openxmlformats.org/officeDocument/2006/relationships/image" Target="../media/image66.png"/><Relationship Id="rId56" Type="http://schemas.openxmlformats.org/officeDocument/2006/relationships/customXml" Target="../ink/ink63.xml"/><Relationship Id="rId55" Type="http://schemas.openxmlformats.org/officeDocument/2006/relationships/image" Target="../media/image65.png"/><Relationship Id="rId54" Type="http://schemas.openxmlformats.org/officeDocument/2006/relationships/customXml" Target="../ink/ink62.xml"/><Relationship Id="rId53" Type="http://schemas.openxmlformats.org/officeDocument/2006/relationships/image" Target="../media/image64.png"/><Relationship Id="rId52" Type="http://schemas.openxmlformats.org/officeDocument/2006/relationships/customXml" Target="../ink/ink61.xml"/><Relationship Id="rId51" Type="http://schemas.openxmlformats.org/officeDocument/2006/relationships/image" Target="../media/image63.png"/><Relationship Id="rId50" Type="http://schemas.openxmlformats.org/officeDocument/2006/relationships/customXml" Target="../ink/ink60.xml"/><Relationship Id="rId5" Type="http://schemas.openxmlformats.org/officeDocument/2006/relationships/image" Target="../media/image40.png"/><Relationship Id="rId49" Type="http://schemas.openxmlformats.org/officeDocument/2006/relationships/image" Target="../media/image62.png"/><Relationship Id="rId48" Type="http://schemas.openxmlformats.org/officeDocument/2006/relationships/customXml" Target="../ink/ink59.xml"/><Relationship Id="rId47" Type="http://schemas.openxmlformats.org/officeDocument/2006/relationships/image" Target="../media/image61.png"/><Relationship Id="rId46" Type="http://schemas.openxmlformats.org/officeDocument/2006/relationships/customXml" Target="../ink/ink58.xml"/><Relationship Id="rId45" Type="http://schemas.openxmlformats.org/officeDocument/2006/relationships/image" Target="../media/image60.png"/><Relationship Id="rId44" Type="http://schemas.openxmlformats.org/officeDocument/2006/relationships/customXml" Target="../ink/ink57.xml"/><Relationship Id="rId43" Type="http://schemas.openxmlformats.org/officeDocument/2006/relationships/image" Target="../media/image59.png"/><Relationship Id="rId42" Type="http://schemas.openxmlformats.org/officeDocument/2006/relationships/customXml" Target="../ink/ink56.xml"/><Relationship Id="rId41" Type="http://schemas.openxmlformats.org/officeDocument/2006/relationships/image" Target="../media/image58.png"/><Relationship Id="rId40" Type="http://schemas.openxmlformats.org/officeDocument/2006/relationships/customXml" Target="../ink/ink55.xml"/><Relationship Id="rId4" Type="http://schemas.openxmlformats.org/officeDocument/2006/relationships/customXml" Target="../ink/ink37.xml"/><Relationship Id="rId39" Type="http://schemas.openxmlformats.org/officeDocument/2006/relationships/image" Target="../media/image57.png"/><Relationship Id="rId38" Type="http://schemas.openxmlformats.org/officeDocument/2006/relationships/customXml" Target="../ink/ink54.xml"/><Relationship Id="rId37" Type="http://schemas.openxmlformats.org/officeDocument/2006/relationships/image" Target="../media/image56.png"/><Relationship Id="rId36" Type="http://schemas.openxmlformats.org/officeDocument/2006/relationships/customXml" Target="../ink/ink53.xml"/><Relationship Id="rId35" Type="http://schemas.openxmlformats.org/officeDocument/2006/relationships/image" Target="../media/image55.png"/><Relationship Id="rId34" Type="http://schemas.openxmlformats.org/officeDocument/2006/relationships/customXml" Target="../ink/ink52.xml"/><Relationship Id="rId33" Type="http://schemas.openxmlformats.org/officeDocument/2006/relationships/image" Target="../media/image54.png"/><Relationship Id="rId32" Type="http://schemas.openxmlformats.org/officeDocument/2006/relationships/customXml" Target="../ink/ink51.xml"/><Relationship Id="rId31" Type="http://schemas.openxmlformats.org/officeDocument/2006/relationships/image" Target="../media/image53.png"/><Relationship Id="rId30" Type="http://schemas.openxmlformats.org/officeDocument/2006/relationships/customXml" Target="../ink/ink50.xml"/><Relationship Id="rId3" Type="http://schemas.openxmlformats.org/officeDocument/2006/relationships/image" Target="../media/image39.png"/><Relationship Id="rId29" Type="http://schemas.openxmlformats.org/officeDocument/2006/relationships/image" Target="../media/image52.png"/><Relationship Id="rId28" Type="http://schemas.openxmlformats.org/officeDocument/2006/relationships/customXml" Target="../ink/ink49.xml"/><Relationship Id="rId27" Type="http://schemas.openxmlformats.org/officeDocument/2006/relationships/image" Target="../media/image51.png"/><Relationship Id="rId26" Type="http://schemas.openxmlformats.org/officeDocument/2006/relationships/customXml" Target="../ink/ink48.xml"/><Relationship Id="rId25" Type="http://schemas.openxmlformats.org/officeDocument/2006/relationships/image" Target="../media/image50.png"/><Relationship Id="rId24" Type="http://schemas.openxmlformats.org/officeDocument/2006/relationships/customXml" Target="../ink/ink47.xml"/><Relationship Id="rId23" Type="http://schemas.openxmlformats.org/officeDocument/2006/relationships/image" Target="../media/image49.png"/><Relationship Id="rId22" Type="http://schemas.openxmlformats.org/officeDocument/2006/relationships/customXml" Target="../ink/ink46.xml"/><Relationship Id="rId21" Type="http://schemas.openxmlformats.org/officeDocument/2006/relationships/image" Target="../media/image48.png"/><Relationship Id="rId20" Type="http://schemas.openxmlformats.org/officeDocument/2006/relationships/customXml" Target="../ink/ink45.xml"/><Relationship Id="rId2" Type="http://schemas.openxmlformats.org/officeDocument/2006/relationships/customXml" Target="../ink/ink36.xml"/><Relationship Id="rId19" Type="http://schemas.openxmlformats.org/officeDocument/2006/relationships/image" Target="../media/image47.png"/><Relationship Id="rId18" Type="http://schemas.openxmlformats.org/officeDocument/2006/relationships/customXml" Target="../ink/ink44.xml"/><Relationship Id="rId17" Type="http://schemas.openxmlformats.org/officeDocument/2006/relationships/image" Target="../media/image46.png"/><Relationship Id="rId16" Type="http://schemas.openxmlformats.org/officeDocument/2006/relationships/customXml" Target="../ink/ink43.xml"/><Relationship Id="rId15" Type="http://schemas.openxmlformats.org/officeDocument/2006/relationships/image" Target="../media/image45.png"/><Relationship Id="rId14" Type="http://schemas.openxmlformats.org/officeDocument/2006/relationships/customXml" Target="../ink/ink42.xml"/><Relationship Id="rId13" Type="http://schemas.openxmlformats.org/officeDocument/2006/relationships/image" Target="../media/image44.png"/><Relationship Id="rId12" Type="http://schemas.openxmlformats.org/officeDocument/2006/relationships/customXml" Target="../ink/ink41.xml"/><Relationship Id="rId110" Type="http://schemas.openxmlformats.org/officeDocument/2006/relationships/slideLayout" Target="../slideLayouts/slideLayout2.xml"/><Relationship Id="rId11" Type="http://schemas.openxmlformats.org/officeDocument/2006/relationships/image" Target="../media/image43.png"/><Relationship Id="rId109" Type="http://schemas.openxmlformats.org/officeDocument/2006/relationships/image" Target="../media/image92.png"/><Relationship Id="rId108" Type="http://schemas.openxmlformats.org/officeDocument/2006/relationships/customXml" Target="../ink/ink89.xml"/><Relationship Id="rId107" Type="http://schemas.openxmlformats.org/officeDocument/2006/relationships/image" Target="../media/image91.png"/><Relationship Id="rId106" Type="http://schemas.openxmlformats.org/officeDocument/2006/relationships/customXml" Target="../ink/ink88.xml"/><Relationship Id="rId105" Type="http://schemas.openxmlformats.org/officeDocument/2006/relationships/image" Target="../media/image90.png"/><Relationship Id="rId104" Type="http://schemas.openxmlformats.org/officeDocument/2006/relationships/customXml" Target="../ink/ink87.xml"/><Relationship Id="rId103" Type="http://schemas.openxmlformats.org/officeDocument/2006/relationships/image" Target="../media/image89.png"/><Relationship Id="rId102" Type="http://schemas.openxmlformats.org/officeDocument/2006/relationships/customXml" Target="../ink/ink86.xml"/><Relationship Id="rId101" Type="http://schemas.openxmlformats.org/officeDocument/2006/relationships/image" Target="../media/image88.png"/><Relationship Id="rId100" Type="http://schemas.openxmlformats.org/officeDocument/2006/relationships/customXml" Target="../ink/ink85.xml"/><Relationship Id="rId10" Type="http://schemas.openxmlformats.org/officeDocument/2006/relationships/customXml" Target="../ink/ink40.xml"/><Relationship Id="rId1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customXml" Target="../ink/ink93.xml"/><Relationship Id="rId72" Type="http://schemas.openxmlformats.org/officeDocument/2006/relationships/slideLayout" Target="../slideLayouts/slideLayout2.xml"/><Relationship Id="rId71" Type="http://schemas.openxmlformats.org/officeDocument/2006/relationships/image" Target="../media/image128.png"/><Relationship Id="rId70" Type="http://schemas.openxmlformats.org/officeDocument/2006/relationships/customXml" Target="../ink/ink124.xml"/><Relationship Id="rId7" Type="http://schemas.openxmlformats.org/officeDocument/2006/relationships/image" Target="../media/image96.png"/><Relationship Id="rId69" Type="http://schemas.openxmlformats.org/officeDocument/2006/relationships/image" Target="../media/image127.png"/><Relationship Id="rId68" Type="http://schemas.openxmlformats.org/officeDocument/2006/relationships/customXml" Target="../ink/ink123.xml"/><Relationship Id="rId67" Type="http://schemas.openxmlformats.org/officeDocument/2006/relationships/image" Target="../media/image126.png"/><Relationship Id="rId66" Type="http://schemas.openxmlformats.org/officeDocument/2006/relationships/customXml" Target="../ink/ink122.xml"/><Relationship Id="rId65" Type="http://schemas.openxmlformats.org/officeDocument/2006/relationships/image" Target="../media/image125.png"/><Relationship Id="rId64" Type="http://schemas.openxmlformats.org/officeDocument/2006/relationships/customXml" Target="../ink/ink121.xml"/><Relationship Id="rId63" Type="http://schemas.openxmlformats.org/officeDocument/2006/relationships/image" Target="../media/image124.png"/><Relationship Id="rId62" Type="http://schemas.openxmlformats.org/officeDocument/2006/relationships/customXml" Target="../ink/ink120.xml"/><Relationship Id="rId61" Type="http://schemas.openxmlformats.org/officeDocument/2006/relationships/image" Target="../media/image123.png"/><Relationship Id="rId60" Type="http://schemas.openxmlformats.org/officeDocument/2006/relationships/customXml" Target="../ink/ink119.xml"/><Relationship Id="rId6" Type="http://schemas.openxmlformats.org/officeDocument/2006/relationships/customXml" Target="../ink/ink92.xml"/><Relationship Id="rId59" Type="http://schemas.openxmlformats.org/officeDocument/2006/relationships/image" Target="../media/image122.png"/><Relationship Id="rId58" Type="http://schemas.openxmlformats.org/officeDocument/2006/relationships/customXml" Target="../ink/ink118.xml"/><Relationship Id="rId57" Type="http://schemas.openxmlformats.org/officeDocument/2006/relationships/image" Target="../media/image121.png"/><Relationship Id="rId56" Type="http://schemas.openxmlformats.org/officeDocument/2006/relationships/customXml" Target="../ink/ink117.xml"/><Relationship Id="rId55" Type="http://schemas.openxmlformats.org/officeDocument/2006/relationships/image" Target="../media/image120.png"/><Relationship Id="rId54" Type="http://schemas.openxmlformats.org/officeDocument/2006/relationships/customXml" Target="../ink/ink116.xml"/><Relationship Id="rId53" Type="http://schemas.openxmlformats.org/officeDocument/2006/relationships/image" Target="../media/image119.png"/><Relationship Id="rId52" Type="http://schemas.openxmlformats.org/officeDocument/2006/relationships/customXml" Target="../ink/ink115.xml"/><Relationship Id="rId51" Type="http://schemas.openxmlformats.org/officeDocument/2006/relationships/image" Target="../media/image118.png"/><Relationship Id="rId50" Type="http://schemas.openxmlformats.org/officeDocument/2006/relationships/customXml" Target="../ink/ink114.xml"/><Relationship Id="rId5" Type="http://schemas.openxmlformats.org/officeDocument/2006/relationships/image" Target="../media/image95.png"/><Relationship Id="rId49" Type="http://schemas.openxmlformats.org/officeDocument/2006/relationships/image" Target="../media/image117.png"/><Relationship Id="rId48" Type="http://schemas.openxmlformats.org/officeDocument/2006/relationships/customXml" Target="../ink/ink113.xml"/><Relationship Id="rId47" Type="http://schemas.openxmlformats.org/officeDocument/2006/relationships/image" Target="../media/image116.png"/><Relationship Id="rId46" Type="http://schemas.openxmlformats.org/officeDocument/2006/relationships/customXml" Target="../ink/ink112.xml"/><Relationship Id="rId45" Type="http://schemas.openxmlformats.org/officeDocument/2006/relationships/image" Target="../media/image115.png"/><Relationship Id="rId44" Type="http://schemas.openxmlformats.org/officeDocument/2006/relationships/customXml" Target="../ink/ink111.xml"/><Relationship Id="rId43" Type="http://schemas.openxmlformats.org/officeDocument/2006/relationships/image" Target="../media/image114.png"/><Relationship Id="rId42" Type="http://schemas.openxmlformats.org/officeDocument/2006/relationships/customXml" Target="../ink/ink110.xml"/><Relationship Id="rId41" Type="http://schemas.openxmlformats.org/officeDocument/2006/relationships/image" Target="../media/image113.png"/><Relationship Id="rId40" Type="http://schemas.openxmlformats.org/officeDocument/2006/relationships/customXml" Target="../ink/ink109.xml"/><Relationship Id="rId4" Type="http://schemas.openxmlformats.org/officeDocument/2006/relationships/customXml" Target="../ink/ink91.xml"/><Relationship Id="rId39" Type="http://schemas.openxmlformats.org/officeDocument/2006/relationships/image" Target="../media/image112.png"/><Relationship Id="rId38" Type="http://schemas.openxmlformats.org/officeDocument/2006/relationships/customXml" Target="../ink/ink108.xml"/><Relationship Id="rId37" Type="http://schemas.openxmlformats.org/officeDocument/2006/relationships/image" Target="../media/image111.png"/><Relationship Id="rId36" Type="http://schemas.openxmlformats.org/officeDocument/2006/relationships/customXml" Target="../ink/ink107.xml"/><Relationship Id="rId35" Type="http://schemas.openxmlformats.org/officeDocument/2006/relationships/image" Target="../media/image110.png"/><Relationship Id="rId34" Type="http://schemas.openxmlformats.org/officeDocument/2006/relationships/customXml" Target="../ink/ink106.xml"/><Relationship Id="rId33" Type="http://schemas.openxmlformats.org/officeDocument/2006/relationships/image" Target="../media/image109.png"/><Relationship Id="rId32" Type="http://schemas.openxmlformats.org/officeDocument/2006/relationships/customXml" Target="../ink/ink105.xml"/><Relationship Id="rId31" Type="http://schemas.openxmlformats.org/officeDocument/2006/relationships/image" Target="../media/image108.png"/><Relationship Id="rId30" Type="http://schemas.openxmlformats.org/officeDocument/2006/relationships/customXml" Target="../ink/ink104.xml"/><Relationship Id="rId3" Type="http://schemas.openxmlformats.org/officeDocument/2006/relationships/image" Target="../media/image94.png"/><Relationship Id="rId29" Type="http://schemas.openxmlformats.org/officeDocument/2006/relationships/image" Target="../media/image107.png"/><Relationship Id="rId28" Type="http://schemas.openxmlformats.org/officeDocument/2006/relationships/customXml" Target="../ink/ink103.xml"/><Relationship Id="rId27" Type="http://schemas.openxmlformats.org/officeDocument/2006/relationships/image" Target="../media/image106.png"/><Relationship Id="rId26" Type="http://schemas.openxmlformats.org/officeDocument/2006/relationships/customXml" Target="../ink/ink102.xml"/><Relationship Id="rId25" Type="http://schemas.openxmlformats.org/officeDocument/2006/relationships/image" Target="../media/image105.png"/><Relationship Id="rId24" Type="http://schemas.openxmlformats.org/officeDocument/2006/relationships/customXml" Target="../ink/ink101.xml"/><Relationship Id="rId23" Type="http://schemas.openxmlformats.org/officeDocument/2006/relationships/image" Target="../media/image104.png"/><Relationship Id="rId22" Type="http://schemas.openxmlformats.org/officeDocument/2006/relationships/customXml" Target="../ink/ink100.xml"/><Relationship Id="rId21" Type="http://schemas.openxmlformats.org/officeDocument/2006/relationships/image" Target="../media/image103.png"/><Relationship Id="rId20" Type="http://schemas.openxmlformats.org/officeDocument/2006/relationships/customXml" Target="../ink/ink99.xml"/><Relationship Id="rId2" Type="http://schemas.openxmlformats.org/officeDocument/2006/relationships/customXml" Target="../ink/ink90.xml"/><Relationship Id="rId19" Type="http://schemas.openxmlformats.org/officeDocument/2006/relationships/image" Target="../media/image102.png"/><Relationship Id="rId18" Type="http://schemas.openxmlformats.org/officeDocument/2006/relationships/customXml" Target="../ink/ink98.xml"/><Relationship Id="rId17" Type="http://schemas.openxmlformats.org/officeDocument/2006/relationships/image" Target="../media/image101.png"/><Relationship Id="rId16" Type="http://schemas.openxmlformats.org/officeDocument/2006/relationships/customXml" Target="../ink/ink97.xml"/><Relationship Id="rId15" Type="http://schemas.openxmlformats.org/officeDocument/2006/relationships/image" Target="../media/image100.png"/><Relationship Id="rId14" Type="http://schemas.openxmlformats.org/officeDocument/2006/relationships/customXml" Target="../ink/ink96.xml"/><Relationship Id="rId13" Type="http://schemas.openxmlformats.org/officeDocument/2006/relationships/image" Target="../media/image99.png"/><Relationship Id="rId12" Type="http://schemas.openxmlformats.org/officeDocument/2006/relationships/customXml" Target="../ink/ink95.xml"/><Relationship Id="rId11" Type="http://schemas.openxmlformats.org/officeDocument/2006/relationships/image" Target="../media/image98.png"/><Relationship Id="rId10" Type="http://schemas.openxmlformats.org/officeDocument/2006/relationships/customXml" Target="../ink/ink94.xml"/><Relationship Id="rId1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9" Type="http://schemas.openxmlformats.org/officeDocument/2006/relationships/image" Target="../media/image178.png"/><Relationship Id="rId98" Type="http://schemas.openxmlformats.org/officeDocument/2006/relationships/customXml" Target="../ink/ink173.xml"/><Relationship Id="rId97" Type="http://schemas.openxmlformats.org/officeDocument/2006/relationships/image" Target="../media/image177.png"/><Relationship Id="rId96" Type="http://schemas.openxmlformats.org/officeDocument/2006/relationships/customXml" Target="../ink/ink172.xml"/><Relationship Id="rId95" Type="http://schemas.openxmlformats.org/officeDocument/2006/relationships/image" Target="../media/image176.png"/><Relationship Id="rId94" Type="http://schemas.openxmlformats.org/officeDocument/2006/relationships/customXml" Target="../ink/ink171.xml"/><Relationship Id="rId93" Type="http://schemas.openxmlformats.org/officeDocument/2006/relationships/image" Target="../media/image175.png"/><Relationship Id="rId92" Type="http://schemas.openxmlformats.org/officeDocument/2006/relationships/customXml" Target="../ink/ink170.xml"/><Relationship Id="rId91" Type="http://schemas.openxmlformats.org/officeDocument/2006/relationships/image" Target="../media/image174.png"/><Relationship Id="rId90" Type="http://schemas.openxmlformats.org/officeDocument/2006/relationships/customXml" Target="../ink/ink169.xml"/><Relationship Id="rId9" Type="http://schemas.openxmlformats.org/officeDocument/2006/relationships/image" Target="../media/image133.png"/><Relationship Id="rId89" Type="http://schemas.openxmlformats.org/officeDocument/2006/relationships/image" Target="../media/image173.png"/><Relationship Id="rId88" Type="http://schemas.openxmlformats.org/officeDocument/2006/relationships/customXml" Target="../ink/ink168.xml"/><Relationship Id="rId87" Type="http://schemas.openxmlformats.org/officeDocument/2006/relationships/image" Target="../media/image172.png"/><Relationship Id="rId86" Type="http://schemas.openxmlformats.org/officeDocument/2006/relationships/customXml" Target="../ink/ink167.xml"/><Relationship Id="rId85" Type="http://schemas.openxmlformats.org/officeDocument/2006/relationships/image" Target="../media/image171.png"/><Relationship Id="rId84" Type="http://schemas.openxmlformats.org/officeDocument/2006/relationships/customXml" Target="../ink/ink166.xml"/><Relationship Id="rId83" Type="http://schemas.openxmlformats.org/officeDocument/2006/relationships/image" Target="../media/image170.png"/><Relationship Id="rId82" Type="http://schemas.openxmlformats.org/officeDocument/2006/relationships/customXml" Target="../ink/ink165.xml"/><Relationship Id="rId81" Type="http://schemas.openxmlformats.org/officeDocument/2006/relationships/image" Target="../media/image169.png"/><Relationship Id="rId80" Type="http://schemas.openxmlformats.org/officeDocument/2006/relationships/customXml" Target="../ink/ink164.xml"/><Relationship Id="rId8" Type="http://schemas.openxmlformats.org/officeDocument/2006/relationships/customXml" Target="../ink/ink128.xml"/><Relationship Id="rId79" Type="http://schemas.openxmlformats.org/officeDocument/2006/relationships/image" Target="../media/image168.png"/><Relationship Id="rId78" Type="http://schemas.openxmlformats.org/officeDocument/2006/relationships/customXml" Target="../ink/ink163.xml"/><Relationship Id="rId77" Type="http://schemas.openxmlformats.org/officeDocument/2006/relationships/image" Target="../media/image167.png"/><Relationship Id="rId76" Type="http://schemas.openxmlformats.org/officeDocument/2006/relationships/customXml" Target="../ink/ink162.xml"/><Relationship Id="rId75" Type="http://schemas.openxmlformats.org/officeDocument/2006/relationships/image" Target="../media/image166.png"/><Relationship Id="rId74" Type="http://schemas.openxmlformats.org/officeDocument/2006/relationships/customXml" Target="../ink/ink161.xml"/><Relationship Id="rId73" Type="http://schemas.openxmlformats.org/officeDocument/2006/relationships/image" Target="../media/image165.png"/><Relationship Id="rId72" Type="http://schemas.openxmlformats.org/officeDocument/2006/relationships/customXml" Target="../ink/ink160.xml"/><Relationship Id="rId71" Type="http://schemas.openxmlformats.org/officeDocument/2006/relationships/image" Target="../media/image164.png"/><Relationship Id="rId70" Type="http://schemas.openxmlformats.org/officeDocument/2006/relationships/customXml" Target="../ink/ink159.xml"/><Relationship Id="rId7" Type="http://schemas.openxmlformats.org/officeDocument/2006/relationships/image" Target="../media/image132.png"/><Relationship Id="rId69" Type="http://schemas.openxmlformats.org/officeDocument/2006/relationships/image" Target="../media/image163.png"/><Relationship Id="rId68" Type="http://schemas.openxmlformats.org/officeDocument/2006/relationships/customXml" Target="../ink/ink158.xml"/><Relationship Id="rId67" Type="http://schemas.openxmlformats.org/officeDocument/2006/relationships/image" Target="../media/image162.png"/><Relationship Id="rId66" Type="http://schemas.openxmlformats.org/officeDocument/2006/relationships/customXml" Target="../ink/ink157.xml"/><Relationship Id="rId65" Type="http://schemas.openxmlformats.org/officeDocument/2006/relationships/image" Target="../media/image161.png"/><Relationship Id="rId64" Type="http://schemas.openxmlformats.org/officeDocument/2006/relationships/customXml" Target="../ink/ink156.xml"/><Relationship Id="rId63" Type="http://schemas.openxmlformats.org/officeDocument/2006/relationships/image" Target="../media/image160.png"/><Relationship Id="rId62" Type="http://schemas.openxmlformats.org/officeDocument/2006/relationships/customXml" Target="../ink/ink155.xml"/><Relationship Id="rId61" Type="http://schemas.openxmlformats.org/officeDocument/2006/relationships/image" Target="../media/image159.png"/><Relationship Id="rId60" Type="http://schemas.openxmlformats.org/officeDocument/2006/relationships/customXml" Target="../ink/ink154.xml"/><Relationship Id="rId6" Type="http://schemas.openxmlformats.org/officeDocument/2006/relationships/customXml" Target="../ink/ink127.xml"/><Relationship Id="rId59" Type="http://schemas.openxmlformats.org/officeDocument/2006/relationships/image" Target="../media/image158.png"/><Relationship Id="rId58" Type="http://schemas.openxmlformats.org/officeDocument/2006/relationships/customXml" Target="../ink/ink153.xml"/><Relationship Id="rId57" Type="http://schemas.openxmlformats.org/officeDocument/2006/relationships/image" Target="../media/image157.png"/><Relationship Id="rId56" Type="http://schemas.openxmlformats.org/officeDocument/2006/relationships/customXml" Target="../ink/ink152.xml"/><Relationship Id="rId55" Type="http://schemas.openxmlformats.org/officeDocument/2006/relationships/image" Target="../media/image156.png"/><Relationship Id="rId54" Type="http://schemas.openxmlformats.org/officeDocument/2006/relationships/customXml" Target="../ink/ink151.xml"/><Relationship Id="rId53" Type="http://schemas.openxmlformats.org/officeDocument/2006/relationships/image" Target="../media/image155.png"/><Relationship Id="rId52" Type="http://schemas.openxmlformats.org/officeDocument/2006/relationships/customXml" Target="../ink/ink150.xml"/><Relationship Id="rId51" Type="http://schemas.openxmlformats.org/officeDocument/2006/relationships/image" Target="../media/image154.png"/><Relationship Id="rId50" Type="http://schemas.openxmlformats.org/officeDocument/2006/relationships/customXml" Target="../ink/ink149.xml"/><Relationship Id="rId5" Type="http://schemas.openxmlformats.org/officeDocument/2006/relationships/image" Target="../media/image131.png"/><Relationship Id="rId49" Type="http://schemas.openxmlformats.org/officeDocument/2006/relationships/image" Target="../media/image153.png"/><Relationship Id="rId48" Type="http://schemas.openxmlformats.org/officeDocument/2006/relationships/customXml" Target="../ink/ink148.xml"/><Relationship Id="rId47" Type="http://schemas.openxmlformats.org/officeDocument/2006/relationships/image" Target="../media/image152.png"/><Relationship Id="rId46" Type="http://schemas.openxmlformats.org/officeDocument/2006/relationships/customXml" Target="../ink/ink147.xml"/><Relationship Id="rId45" Type="http://schemas.openxmlformats.org/officeDocument/2006/relationships/image" Target="../media/image151.png"/><Relationship Id="rId44" Type="http://schemas.openxmlformats.org/officeDocument/2006/relationships/customXml" Target="../ink/ink146.xml"/><Relationship Id="rId43" Type="http://schemas.openxmlformats.org/officeDocument/2006/relationships/image" Target="../media/image150.png"/><Relationship Id="rId42" Type="http://schemas.openxmlformats.org/officeDocument/2006/relationships/customXml" Target="../ink/ink145.xml"/><Relationship Id="rId41" Type="http://schemas.openxmlformats.org/officeDocument/2006/relationships/image" Target="../media/image149.png"/><Relationship Id="rId40" Type="http://schemas.openxmlformats.org/officeDocument/2006/relationships/customXml" Target="../ink/ink144.xml"/><Relationship Id="rId4" Type="http://schemas.openxmlformats.org/officeDocument/2006/relationships/customXml" Target="../ink/ink126.xml"/><Relationship Id="rId39" Type="http://schemas.openxmlformats.org/officeDocument/2006/relationships/image" Target="../media/image148.png"/><Relationship Id="rId38" Type="http://schemas.openxmlformats.org/officeDocument/2006/relationships/customXml" Target="../ink/ink143.xml"/><Relationship Id="rId37" Type="http://schemas.openxmlformats.org/officeDocument/2006/relationships/image" Target="../media/image147.png"/><Relationship Id="rId36" Type="http://schemas.openxmlformats.org/officeDocument/2006/relationships/customXml" Target="../ink/ink142.xml"/><Relationship Id="rId35" Type="http://schemas.openxmlformats.org/officeDocument/2006/relationships/image" Target="../media/image146.png"/><Relationship Id="rId34" Type="http://schemas.openxmlformats.org/officeDocument/2006/relationships/customXml" Target="../ink/ink141.xml"/><Relationship Id="rId33" Type="http://schemas.openxmlformats.org/officeDocument/2006/relationships/image" Target="../media/image145.png"/><Relationship Id="rId32" Type="http://schemas.openxmlformats.org/officeDocument/2006/relationships/customXml" Target="../ink/ink140.xml"/><Relationship Id="rId31" Type="http://schemas.openxmlformats.org/officeDocument/2006/relationships/image" Target="../media/image144.png"/><Relationship Id="rId30" Type="http://schemas.openxmlformats.org/officeDocument/2006/relationships/customXml" Target="../ink/ink139.xml"/><Relationship Id="rId3" Type="http://schemas.openxmlformats.org/officeDocument/2006/relationships/image" Target="../media/image130.png"/><Relationship Id="rId29" Type="http://schemas.openxmlformats.org/officeDocument/2006/relationships/image" Target="../media/image143.png"/><Relationship Id="rId28" Type="http://schemas.openxmlformats.org/officeDocument/2006/relationships/customXml" Target="../ink/ink138.xml"/><Relationship Id="rId27" Type="http://schemas.openxmlformats.org/officeDocument/2006/relationships/image" Target="../media/image142.png"/><Relationship Id="rId26" Type="http://schemas.openxmlformats.org/officeDocument/2006/relationships/customXml" Target="../ink/ink137.xml"/><Relationship Id="rId25" Type="http://schemas.openxmlformats.org/officeDocument/2006/relationships/image" Target="../media/image141.png"/><Relationship Id="rId24" Type="http://schemas.openxmlformats.org/officeDocument/2006/relationships/customXml" Target="../ink/ink136.xml"/><Relationship Id="rId23" Type="http://schemas.openxmlformats.org/officeDocument/2006/relationships/image" Target="../media/image140.png"/><Relationship Id="rId22" Type="http://schemas.openxmlformats.org/officeDocument/2006/relationships/customXml" Target="../ink/ink135.xml"/><Relationship Id="rId21" Type="http://schemas.openxmlformats.org/officeDocument/2006/relationships/image" Target="../media/image139.png"/><Relationship Id="rId20" Type="http://schemas.openxmlformats.org/officeDocument/2006/relationships/customXml" Target="../ink/ink134.xml"/><Relationship Id="rId2" Type="http://schemas.openxmlformats.org/officeDocument/2006/relationships/customXml" Target="../ink/ink125.xml"/><Relationship Id="rId19" Type="http://schemas.openxmlformats.org/officeDocument/2006/relationships/image" Target="../media/image138.png"/><Relationship Id="rId18" Type="http://schemas.openxmlformats.org/officeDocument/2006/relationships/customXml" Target="../ink/ink133.xml"/><Relationship Id="rId17" Type="http://schemas.openxmlformats.org/officeDocument/2006/relationships/image" Target="../media/image137.png"/><Relationship Id="rId16" Type="http://schemas.openxmlformats.org/officeDocument/2006/relationships/customXml" Target="../ink/ink132.xml"/><Relationship Id="rId15" Type="http://schemas.openxmlformats.org/officeDocument/2006/relationships/image" Target="../media/image136.png"/><Relationship Id="rId14" Type="http://schemas.openxmlformats.org/officeDocument/2006/relationships/customXml" Target="../ink/ink131.xml"/><Relationship Id="rId13" Type="http://schemas.openxmlformats.org/officeDocument/2006/relationships/image" Target="../media/image135.png"/><Relationship Id="rId124" Type="http://schemas.openxmlformats.org/officeDocument/2006/relationships/slideLayout" Target="../slideLayouts/slideLayout2.xml"/><Relationship Id="rId123" Type="http://schemas.openxmlformats.org/officeDocument/2006/relationships/image" Target="../media/image190.png"/><Relationship Id="rId122" Type="http://schemas.openxmlformats.org/officeDocument/2006/relationships/customXml" Target="../ink/ink185.xml"/><Relationship Id="rId121" Type="http://schemas.openxmlformats.org/officeDocument/2006/relationships/image" Target="../media/image189.png"/><Relationship Id="rId120" Type="http://schemas.openxmlformats.org/officeDocument/2006/relationships/customXml" Target="../ink/ink184.xml"/><Relationship Id="rId12" Type="http://schemas.openxmlformats.org/officeDocument/2006/relationships/customXml" Target="../ink/ink130.xml"/><Relationship Id="rId119" Type="http://schemas.openxmlformats.org/officeDocument/2006/relationships/image" Target="../media/image188.png"/><Relationship Id="rId118" Type="http://schemas.openxmlformats.org/officeDocument/2006/relationships/customXml" Target="../ink/ink183.xml"/><Relationship Id="rId117" Type="http://schemas.openxmlformats.org/officeDocument/2006/relationships/image" Target="../media/image187.png"/><Relationship Id="rId116" Type="http://schemas.openxmlformats.org/officeDocument/2006/relationships/customXml" Target="../ink/ink182.xml"/><Relationship Id="rId115" Type="http://schemas.openxmlformats.org/officeDocument/2006/relationships/image" Target="../media/image186.png"/><Relationship Id="rId114" Type="http://schemas.openxmlformats.org/officeDocument/2006/relationships/customXml" Target="../ink/ink181.xml"/><Relationship Id="rId113" Type="http://schemas.openxmlformats.org/officeDocument/2006/relationships/image" Target="../media/image185.png"/><Relationship Id="rId112" Type="http://schemas.openxmlformats.org/officeDocument/2006/relationships/customXml" Target="../ink/ink180.xml"/><Relationship Id="rId111" Type="http://schemas.openxmlformats.org/officeDocument/2006/relationships/image" Target="../media/image184.png"/><Relationship Id="rId110" Type="http://schemas.openxmlformats.org/officeDocument/2006/relationships/customXml" Target="../ink/ink179.xml"/><Relationship Id="rId11" Type="http://schemas.openxmlformats.org/officeDocument/2006/relationships/image" Target="../media/image134.png"/><Relationship Id="rId109" Type="http://schemas.openxmlformats.org/officeDocument/2006/relationships/image" Target="../media/image183.png"/><Relationship Id="rId108" Type="http://schemas.openxmlformats.org/officeDocument/2006/relationships/customXml" Target="../ink/ink178.xml"/><Relationship Id="rId107" Type="http://schemas.openxmlformats.org/officeDocument/2006/relationships/image" Target="../media/image182.png"/><Relationship Id="rId106" Type="http://schemas.openxmlformats.org/officeDocument/2006/relationships/customXml" Target="../ink/ink177.xml"/><Relationship Id="rId105" Type="http://schemas.openxmlformats.org/officeDocument/2006/relationships/image" Target="../media/image181.png"/><Relationship Id="rId104" Type="http://schemas.openxmlformats.org/officeDocument/2006/relationships/customXml" Target="../ink/ink176.xml"/><Relationship Id="rId103" Type="http://schemas.openxmlformats.org/officeDocument/2006/relationships/image" Target="../media/image180.png"/><Relationship Id="rId102" Type="http://schemas.openxmlformats.org/officeDocument/2006/relationships/customXml" Target="../ink/ink175.xml"/><Relationship Id="rId101" Type="http://schemas.openxmlformats.org/officeDocument/2006/relationships/image" Target="../media/image179.png"/><Relationship Id="rId100" Type="http://schemas.openxmlformats.org/officeDocument/2006/relationships/customXml" Target="../ink/ink174.xml"/><Relationship Id="rId10" Type="http://schemas.openxmlformats.org/officeDocument/2006/relationships/customXml" Target="../ink/ink129.xml"/><Relationship Id="rId1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HW2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https://blog.csdn.net/HGGshiwo/article/details/116381354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57175"/>
            <a:ext cx="10515600" cy="28213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7239000" y="1547495"/>
              <a:ext cx="142875" cy="28130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7239000" y="1547495"/>
                <a:ext cx="142875" cy="281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7472045" y="1566545"/>
              <a:ext cx="100330" cy="21907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7472045" y="1566545"/>
                <a:ext cx="100330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7162800" y="1371600"/>
              <a:ext cx="661670" cy="46672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7162800" y="1371600"/>
                <a:ext cx="661670" cy="466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8020050" y="1452245"/>
              <a:ext cx="13970" cy="23812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8020050" y="1452245"/>
                <a:ext cx="13970" cy="238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8014970" y="1423670"/>
              <a:ext cx="147955" cy="29527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8014970" y="1423670"/>
                <a:ext cx="147955" cy="295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6943725" y="1857375"/>
              <a:ext cx="400050" cy="3619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6943725" y="1857375"/>
                <a:ext cx="400050" cy="361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6819900" y="2352675"/>
              <a:ext cx="9525" cy="15684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6819900" y="2352675"/>
                <a:ext cx="9525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6929120" y="2261870"/>
              <a:ext cx="95250" cy="26225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6929120" y="2261870"/>
                <a:ext cx="95250" cy="262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6591300" y="2176145"/>
              <a:ext cx="676275" cy="40957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6591300" y="2176145"/>
                <a:ext cx="676275" cy="409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7348220" y="2343150"/>
              <a:ext cx="33655" cy="18097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7348220" y="2343150"/>
                <a:ext cx="3365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7424420" y="2290445"/>
              <a:ext cx="167005" cy="21907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7424420" y="2290445"/>
                <a:ext cx="167005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7710170" y="1804670"/>
              <a:ext cx="733425" cy="35750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7710170" y="1804670"/>
                <a:ext cx="733425" cy="357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墨迹 16"/>
              <p14:cNvContentPartPr/>
              <p14:nvPr/>
            </p14:nvContentPartPr>
            <p14:xfrm>
              <a:off x="8510270" y="2157095"/>
              <a:ext cx="157480" cy="14287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7"/>
            </p:blipFill>
            <p:spPr>
              <a:xfrm>
                <a:off x="8510270" y="2157095"/>
                <a:ext cx="157480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墨迹 17"/>
              <p14:cNvContentPartPr/>
              <p14:nvPr/>
            </p14:nvContentPartPr>
            <p14:xfrm>
              <a:off x="8595995" y="2204720"/>
              <a:ext cx="52705" cy="13843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9"/>
            </p:blipFill>
            <p:spPr>
              <a:xfrm>
                <a:off x="8595995" y="2204720"/>
                <a:ext cx="52705" cy="138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墨迹 18"/>
              <p14:cNvContentPartPr/>
              <p14:nvPr/>
            </p14:nvContentPartPr>
            <p14:xfrm>
              <a:off x="8748395" y="2171700"/>
              <a:ext cx="14605" cy="18542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1"/>
            </p:blipFill>
            <p:spPr>
              <a:xfrm>
                <a:off x="8748395" y="2171700"/>
                <a:ext cx="14605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墨迹 19"/>
              <p14:cNvContentPartPr/>
              <p14:nvPr/>
            </p14:nvContentPartPr>
            <p14:xfrm>
              <a:off x="8338820" y="2038350"/>
              <a:ext cx="519430" cy="4000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3"/>
            </p:blipFill>
            <p:spPr>
              <a:xfrm>
                <a:off x="8338820" y="2038350"/>
                <a:ext cx="519430" cy="400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墨迹 20"/>
              <p14:cNvContentPartPr/>
              <p14:nvPr/>
            </p14:nvContentPartPr>
            <p14:xfrm>
              <a:off x="9124950" y="2052320"/>
              <a:ext cx="23495" cy="28130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5"/>
            </p:blipFill>
            <p:spPr>
              <a:xfrm>
                <a:off x="9124950" y="2052320"/>
                <a:ext cx="23495" cy="281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墨迹 21"/>
              <p14:cNvContentPartPr/>
              <p14:nvPr/>
            </p14:nvContentPartPr>
            <p14:xfrm>
              <a:off x="9163050" y="2047875"/>
              <a:ext cx="161925" cy="2857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7"/>
            </p:blipFill>
            <p:spPr>
              <a:xfrm>
                <a:off x="9163050" y="2047875"/>
                <a:ext cx="161925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墨迹 22"/>
              <p14:cNvContentPartPr/>
              <p14:nvPr/>
            </p14:nvContentPartPr>
            <p14:xfrm>
              <a:off x="7024370" y="2576195"/>
              <a:ext cx="828675" cy="64325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9"/>
            </p:blipFill>
            <p:spPr>
              <a:xfrm>
                <a:off x="7024370" y="2576195"/>
                <a:ext cx="828675" cy="643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墨迹 23"/>
              <p14:cNvContentPartPr/>
              <p14:nvPr/>
            </p14:nvContentPartPr>
            <p14:xfrm>
              <a:off x="7800975" y="3295650"/>
              <a:ext cx="109220" cy="17589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1"/>
            </p:blipFill>
            <p:spPr>
              <a:xfrm>
                <a:off x="7800975" y="3295650"/>
                <a:ext cx="109220" cy="175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5" name="墨迹 24"/>
              <p14:cNvContentPartPr/>
              <p14:nvPr/>
            </p14:nvContentPartPr>
            <p14:xfrm>
              <a:off x="7991475" y="3333750"/>
              <a:ext cx="13970" cy="18542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3"/>
            </p:blipFill>
            <p:spPr>
              <a:xfrm>
                <a:off x="7991475" y="3333750"/>
                <a:ext cx="13970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6" name="墨迹 25"/>
              <p14:cNvContentPartPr/>
              <p14:nvPr/>
            </p14:nvContentPartPr>
            <p14:xfrm>
              <a:off x="7686675" y="3190875"/>
              <a:ext cx="409575" cy="35687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5"/>
            </p:blipFill>
            <p:spPr>
              <a:xfrm>
                <a:off x="7686675" y="3190875"/>
                <a:ext cx="409575" cy="356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7" name="墨迹 26"/>
              <p14:cNvContentPartPr/>
              <p14:nvPr/>
            </p14:nvContentPartPr>
            <p14:xfrm>
              <a:off x="8253095" y="3152775"/>
              <a:ext cx="9525" cy="26162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7"/>
            </p:blipFill>
            <p:spPr>
              <a:xfrm>
                <a:off x="8253095" y="3152775"/>
                <a:ext cx="9525" cy="261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8" name="墨迹 27"/>
              <p14:cNvContentPartPr/>
              <p14:nvPr/>
            </p14:nvContentPartPr>
            <p14:xfrm>
              <a:off x="8210550" y="3076575"/>
              <a:ext cx="204470" cy="28575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9"/>
            </p:blipFill>
            <p:spPr>
              <a:xfrm>
                <a:off x="8210550" y="3076575"/>
                <a:ext cx="204470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9" name="墨迹 28"/>
              <p14:cNvContentPartPr/>
              <p14:nvPr/>
            </p14:nvContentPartPr>
            <p14:xfrm>
              <a:off x="5962650" y="2590800"/>
              <a:ext cx="785495" cy="65214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1"/>
            </p:blipFill>
            <p:spPr>
              <a:xfrm>
                <a:off x="5962650" y="2590800"/>
                <a:ext cx="785495" cy="652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0" name="墨迹 29"/>
              <p14:cNvContentPartPr/>
              <p14:nvPr/>
            </p14:nvContentPartPr>
            <p14:xfrm>
              <a:off x="5862320" y="3309620"/>
              <a:ext cx="14605" cy="18097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3"/>
            </p:blipFill>
            <p:spPr>
              <a:xfrm>
                <a:off x="5862320" y="3309620"/>
                <a:ext cx="1460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1" name="墨迹 30"/>
              <p14:cNvContentPartPr/>
              <p14:nvPr/>
            </p14:nvContentPartPr>
            <p14:xfrm>
              <a:off x="5967095" y="3300095"/>
              <a:ext cx="109855" cy="14795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5"/>
            </p:blipFill>
            <p:spPr>
              <a:xfrm>
                <a:off x="5967095" y="3300095"/>
                <a:ext cx="109855" cy="147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2" name="墨迹 31"/>
              <p14:cNvContentPartPr/>
              <p14:nvPr/>
            </p14:nvContentPartPr>
            <p14:xfrm>
              <a:off x="5762625" y="3238500"/>
              <a:ext cx="414020" cy="32829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7"/>
            </p:blipFill>
            <p:spPr>
              <a:xfrm>
                <a:off x="5762625" y="3238500"/>
                <a:ext cx="414020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3" name="墨迹 32"/>
              <p14:cNvContentPartPr/>
              <p14:nvPr/>
            </p14:nvContentPartPr>
            <p14:xfrm>
              <a:off x="6457950" y="3276600"/>
              <a:ext cx="28575" cy="31877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9"/>
            </p:blipFill>
            <p:spPr>
              <a:xfrm>
                <a:off x="6457950" y="3276600"/>
                <a:ext cx="28575" cy="3187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4" name="墨迹 33"/>
              <p14:cNvContentPartPr/>
              <p14:nvPr/>
            </p14:nvContentPartPr>
            <p14:xfrm>
              <a:off x="6477000" y="3233420"/>
              <a:ext cx="247650" cy="32385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1"/>
            </p:blipFill>
            <p:spPr>
              <a:xfrm>
                <a:off x="6477000" y="3233420"/>
                <a:ext cx="247650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5" name="墨迹 34"/>
              <p14:cNvContentPartPr/>
              <p14:nvPr/>
            </p14:nvContentPartPr>
            <p14:xfrm>
              <a:off x="5547995" y="3585845"/>
              <a:ext cx="338455" cy="49530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3"/>
            </p:blipFill>
            <p:spPr>
              <a:xfrm>
                <a:off x="5547995" y="3585845"/>
                <a:ext cx="338455" cy="495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6" name="墨迹 35"/>
              <p14:cNvContentPartPr/>
              <p14:nvPr/>
            </p14:nvContentPartPr>
            <p14:xfrm>
              <a:off x="5395595" y="4114800"/>
              <a:ext cx="157480" cy="17145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5"/>
            </p:blipFill>
            <p:spPr>
              <a:xfrm>
                <a:off x="5395595" y="4114800"/>
                <a:ext cx="157480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7" name="墨迹 36"/>
              <p14:cNvContentPartPr/>
              <p14:nvPr/>
            </p14:nvContentPartPr>
            <p14:xfrm>
              <a:off x="5286375" y="4048125"/>
              <a:ext cx="381000" cy="29527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7"/>
            </p:blipFill>
            <p:spPr>
              <a:xfrm>
                <a:off x="5286375" y="4048125"/>
                <a:ext cx="381000" cy="295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8" name="墨迹 37"/>
              <p14:cNvContentPartPr/>
              <p14:nvPr/>
            </p14:nvContentPartPr>
            <p14:xfrm>
              <a:off x="5738495" y="4109720"/>
              <a:ext cx="104775" cy="34798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9"/>
            </p:blipFill>
            <p:spPr>
              <a:xfrm>
                <a:off x="5738495" y="4109720"/>
                <a:ext cx="104775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9" name="墨迹 38"/>
              <p14:cNvContentPartPr/>
              <p14:nvPr/>
            </p14:nvContentPartPr>
            <p14:xfrm>
              <a:off x="5829300" y="4081145"/>
              <a:ext cx="175895" cy="30480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1"/>
            </p:blipFill>
            <p:spPr>
              <a:xfrm>
                <a:off x="5829300" y="4081145"/>
                <a:ext cx="175895" cy="304800"/>
              </a:xfrm>
              <a:prstGeom prst="rect"/>
            </p:spPr>
          </p:pic>
        </mc:Fallback>
      </mc:AlternateContent>
      <p:sp>
        <p:nvSpPr>
          <p:cNvPr id="40" name="文本框 39"/>
          <p:cNvSpPr txBox="1"/>
          <p:nvPr/>
        </p:nvSpPr>
        <p:spPr>
          <a:xfrm>
            <a:off x="1377950" y="4976495"/>
            <a:ext cx="7850505" cy="9632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3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插入当作红，如果出现红红：以最下方的红节点来看，如果父兄同是红色，直接爷爷变红，父兄变黑。</a:t>
            </a:r>
            <a:endParaRPr lang="zh-CN" altLang="en-US" sz="1600" b="0" i="0">
              <a:solidFill>
                <a:srgbClr val="4D4D4D"/>
              </a:solidFill>
              <a:latin typeface="-apple-system"/>
              <a:ea typeface="-apple-system"/>
            </a:endParaRPr>
          </a:p>
          <a:p>
            <a:pPr marL="0" indent="0">
              <a:lnSpc>
                <a:spcPts val="13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不是，则首先转为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RR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或者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LL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，然后转一下，让最上面一个节点变黑，两个孩子变红。</a:t>
            </a:r>
            <a:endParaRPr lang="zh-CN" altLang="en-US" sz="1600" b="0" i="0">
              <a:solidFill>
                <a:srgbClr val="4D4D4D"/>
              </a:solidFill>
              <a:latin typeface="-apple-system"/>
              <a:ea typeface="-apple-system"/>
            </a:endParaRPr>
          </a:p>
          <a:p>
            <a:pPr marL="0" indent="0">
              <a:lnSpc>
                <a:spcPts val="13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一开始，插入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31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是第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种，插入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12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是第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种，插入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19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是转一下第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种</a:t>
            </a:r>
            <a:endParaRPr lang="zh-CN" altLang="en-US" sz="1600" b="0" i="0">
              <a:solidFill>
                <a:srgbClr val="4D4D4D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2955" y="162560"/>
            <a:ext cx="10515600" cy="38595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21410" y="4260850"/>
            <a:ext cx="5080000" cy="52705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13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如果拿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11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顶，则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11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是红肯定不行</a:t>
            </a:r>
            <a:endParaRPr lang="zh-CN" altLang="en-US" sz="1600" b="0" i="0">
              <a:solidFill>
                <a:srgbClr val="4D4D4D"/>
              </a:solidFill>
              <a:latin typeface="-apple-system"/>
              <a:ea typeface="-apple-system"/>
            </a:endParaRPr>
          </a:p>
          <a:p>
            <a:pPr marL="0" indent="0">
              <a:lnSpc>
                <a:spcPts val="13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如果拿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17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顶，则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17</a:t>
            </a:r>
            <a:r>
              <a:rPr lang="zh-CN" altLang="en-US" sz="1600" b="0" i="0">
                <a:solidFill>
                  <a:srgbClr val="4D4D4D"/>
                </a:solidFill>
                <a:latin typeface="-apple-system"/>
                <a:ea typeface="-apple-system"/>
              </a:rPr>
              <a:t>是红肯定不行，选</a:t>
            </a:r>
            <a:r>
              <a:rPr lang="en-US" altLang="zh-CN" sz="1600" b="0" i="0">
                <a:solidFill>
                  <a:srgbClr val="4D4D4D"/>
                </a:solidFill>
                <a:latin typeface="-apple-system"/>
                <a:ea typeface="-apple-system"/>
              </a:rPr>
              <a:t>C</a:t>
            </a:r>
            <a:endParaRPr lang="en-US" altLang="zh-CN" sz="1600" b="0" i="0">
              <a:solidFill>
                <a:srgbClr val="4D4D4D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1370" y="67945"/>
            <a:ext cx="10515600" cy="26092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5781675" y="2676525"/>
              <a:ext cx="133350" cy="190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5781675" y="2676525"/>
                <a:ext cx="1333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5786120" y="2709545"/>
              <a:ext cx="190500" cy="29527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5786120" y="2709545"/>
                <a:ext cx="190500" cy="295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6048375" y="2581275"/>
              <a:ext cx="133350" cy="39052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6048375" y="2581275"/>
                <a:ext cx="133350" cy="390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6205220" y="2638425"/>
              <a:ext cx="186055" cy="32829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6205220" y="2638425"/>
                <a:ext cx="186055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5252720" y="3100070"/>
              <a:ext cx="652780" cy="3619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5252720" y="3100070"/>
                <a:ext cx="652780" cy="361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6238875" y="3067050"/>
              <a:ext cx="785495" cy="41402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6238875" y="3067050"/>
                <a:ext cx="785495" cy="414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4900295" y="3600450"/>
              <a:ext cx="147955" cy="444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4900295" y="3600450"/>
                <a:ext cx="147955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4890770" y="3614420"/>
              <a:ext cx="176530" cy="27622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4890770" y="3614420"/>
                <a:ext cx="176530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5157470" y="3600450"/>
              <a:ext cx="176530" cy="20447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5157470" y="3600450"/>
                <a:ext cx="176530" cy="204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5243195" y="3638550"/>
              <a:ext cx="9525" cy="27114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5243195" y="3638550"/>
                <a:ext cx="9525" cy="271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5357495" y="3662045"/>
              <a:ext cx="114300" cy="2476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5357495" y="3662045"/>
                <a:ext cx="11430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6915150" y="3590925"/>
              <a:ext cx="99695" cy="952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6915150" y="3590925"/>
                <a:ext cx="9969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墨迹 16"/>
              <p14:cNvContentPartPr/>
              <p14:nvPr/>
            </p14:nvContentPartPr>
            <p14:xfrm>
              <a:off x="6938645" y="3595370"/>
              <a:ext cx="167005" cy="2857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7"/>
            </p:blipFill>
            <p:spPr>
              <a:xfrm>
                <a:off x="6938645" y="3595370"/>
                <a:ext cx="167005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墨迹 17"/>
              <p14:cNvContentPartPr/>
              <p14:nvPr/>
            </p14:nvContentPartPr>
            <p14:xfrm>
              <a:off x="7191375" y="3595370"/>
              <a:ext cx="180975" cy="27622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9"/>
            </p:blipFill>
            <p:spPr>
              <a:xfrm>
                <a:off x="7191375" y="3595370"/>
                <a:ext cx="180975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墨迹 18"/>
              <p14:cNvContentPartPr/>
              <p14:nvPr/>
            </p14:nvContentPartPr>
            <p14:xfrm>
              <a:off x="7448550" y="3571875"/>
              <a:ext cx="209550" cy="30480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1"/>
            </p:blipFill>
            <p:spPr>
              <a:xfrm>
                <a:off x="7448550" y="3571875"/>
                <a:ext cx="209550" cy="304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墨迹 19"/>
              <p14:cNvContentPartPr/>
              <p14:nvPr/>
            </p14:nvContentPartPr>
            <p14:xfrm>
              <a:off x="7029450" y="3976370"/>
              <a:ext cx="252095" cy="54800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3"/>
            </p:blipFill>
            <p:spPr>
              <a:xfrm>
                <a:off x="7029450" y="3976370"/>
                <a:ext cx="252095" cy="5480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墨迹 20"/>
              <p14:cNvContentPartPr/>
              <p14:nvPr/>
            </p14:nvContentPartPr>
            <p14:xfrm>
              <a:off x="7595870" y="3981450"/>
              <a:ext cx="295275" cy="48577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5"/>
            </p:blipFill>
            <p:spPr>
              <a:xfrm>
                <a:off x="7595870" y="3981450"/>
                <a:ext cx="295275" cy="485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墨迹 21"/>
              <p14:cNvContentPartPr/>
              <p14:nvPr/>
            </p14:nvContentPartPr>
            <p14:xfrm>
              <a:off x="6576695" y="4624070"/>
              <a:ext cx="104775" cy="952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7"/>
            </p:blipFill>
            <p:spPr>
              <a:xfrm>
                <a:off x="6576695" y="4624070"/>
                <a:ext cx="10477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墨迹 22"/>
              <p14:cNvContentPartPr/>
              <p14:nvPr/>
            </p14:nvContentPartPr>
            <p14:xfrm>
              <a:off x="6572250" y="4633595"/>
              <a:ext cx="99695" cy="2476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9"/>
            </p:blipFill>
            <p:spPr>
              <a:xfrm>
                <a:off x="6572250" y="4633595"/>
                <a:ext cx="99695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墨迹 23"/>
              <p14:cNvContentPartPr/>
              <p14:nvPr/>
            </p14:nvContentPartPr>
            <p14:xfrm>
              <a:off x="6748145" y="4581525"/>
              <a:ext cx="114300" cy="32829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1"/>
            </p:blipFill>
            <p:spPr>
              <a:xfrm>
                <a:off x="6748145" y="4581525"/>
                <a:ext cx="114300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5" name="墨迹 24"/>
              <p14:cNvContentPartPr/>
              <p14:nvPr/>
            </p14:nvContentPartPr>
            <p14:xfrm>
              <a:off x="6962775" y="4852670"/>
              <a:ext cx="33020" cy="5270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3"/>
            </p:blipFill>
            <p:spPr>
              <a:xfrm>
                <a:off x="6962775" y="4852670"/>
                <a:ext cx="33020" cy="52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6" name="墨迹 25"/>
              <p14:cNvContentPartPr/>
              <p14:nvPr/>
            </p14:nvContentPartPr>
            <p14:xfrm>
              <a:off x="7052945" y="4557395"/>
              <a:ext cx="190500" cy="38608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5"/>
            </p:blipFill>
            <p:spPr>
              <a:xfrm>
                <a:off x="7052945" y="4557395"/>
                <a:ext cx="190500" cy="386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7" name="墨迹 26"/>
              <p14:cNvContentPartPr/>
              <p14:nvPr/>
            </p14:nvContentPartPr>
            <p14:xfrm>
              <a:off x="7300595" y="4619625"/>
              <a:ext cx="119380" cy="32385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7"/>
            </p:blipFill>
            <p:spPr>
              <a:xfrm>
                <a:off x="7300595" y="4619625"/>
                <a:ext cx="119380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8" name="墨迹 27"/>
              <p14:cNvContentPartPr/>
              <p14:nvPr/>
            </p14:nvContentPartPr>
            <p14:xfrm>
              <a:off x="7757795" y="4572000"/>
              <a:ext cx="90805" cy="36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9"/>
            </p:blipFill>
            <p:spPr>
              <a:xfrm>
                <a:off x="7757795" y="4572000"/>
                <a:ext cx="9080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9" name="墨迹 28"/>
              <p14:cNvContentPartPr/>
              <p14:nvPr/>
            </p14:nvContentPartPr>
            <p14:xfrm>
              <a:off x="7748270" y="4576445"/>
              <a:ext cx="128905" cy="29083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1"/>
            </p:blipFill>
            <p:spPr>
              <a:xfrm>
                <a:off x="7748270" y="4576445"/>
                <a:ext cx="128905" cy="290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0" name="墨迹 29"/>
              <p14:cNvContentPartPr/>
              <p14:nvPr/>
            </p14:nvContentPartPr>
            <p14:xfrm>
              <a:off x="7938770" y="4610100"/>
              <a:ext cx="104775" cy="22352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3"/>
            </p:blipFill>
            <p:spPr>
              <a:xfrm>
                <a:off x="7938770" y="4610100"/>
                <a:ext cx="104775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1" name="墨迹 30"/>
              <p14:cNvContentPartPr/>
              <p14:nvPr/>
            </p14:nvContentPartPr>
            <p14:xfrm>
              <a:off x="8129270" y="4810125"/>
              <a:ext cx="14605" cy="4254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5"/>
            </p:blipFill>
            <p:spPr>
              <a:xfrm>
                <a:off x="8129270" y="4810125"/>
                <a:ext cx="14605" cy="42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2" name="墨迹 31"/>
              <p14:cNvContentPartPr/>
              <p14:nvPr/>
            </p14:nvContentPartPr>
            <p14:xfrm>
              <a:off x="8201025" y="4576445"/>
              <a:ext cx="171450" cy="31940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7"/>
            </p:blipFill>
            <p:spPr>
              <a:xfrm>
                <a:off x="8201025" y="4576445"/>
                <a:ext cx="171450" cy="319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3" name="墨迹 32"/>
              <p14:cNvContentPartPr/>
              <p14:nvPr/>
            </p14:nvContentPartPr>
            <p14:xfrm>
              <a:off x="8420100" y="4547870"/>
              <a:ext cx="152400" cy="34798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9"/>
            </p:blipFill>
            <p:spPr>
              <a:xfrm>
                <a:off x="8420100" y="4547870"/>
                <a:ext cx="152400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4" name="墨迹 33"/>
              <p14:cNvContentPartPr/>
              <p14:nvPr/>
            </p14:nvContentPartPr>
            <p14:xfrm>
              <a:off x="3928745" y="3938270"/>
              <a:ext cx="948055" cy="35242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1"/>
            </p:blipFill>
            <p:spPr>
              <a:xfrm>
                <a:off x="3928745" y="3938270"/>
                <a:ext cx="948055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5" name="墨迹 34"/>
              <p14:cNvContentPartPr/>
              <p14:nvPr/>
            </p14:nvContentPartPr>
            <p14:xfrm>
              <a:off x="5024120" y="3928745"/>
              <a:ext cx="33655" cy="45720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3"/>
            </p:blipFill>
            <p:spPr>
              <a:xfrm>
                <a:off x="5024120" y="3928745"/>
                <a:ext cx="33655" cy="457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6" name="墨迹 35"/>
              <p14:cNvContentPartPr/>
              <p14:nvPr/>
            </p14:nvContentPartPr>
            <p14:xfrm>
              <a:off x="5238750" y="3938270"/>
              <a:ext cx="428625" cy="44323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5"/>
            </p:blipFill>
            <p:spPr>
              <a:xfrm>
                <a:off x="5238750" y="3938270"/>
                <a:ext cx="428625" cy="443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7" name="墨迹 36"/>
              <p14:cNvContentPartPr/>
              <p14:nvPr/>
            </p14:nvContentPartPr>
            <p14:xfrm>
              <a:off x="4600575" y="4490720"/>
              <a:ext cx="85725" cy="952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7"/>
            </p:blipFill>
            <p:spPr>
              <a:xfrm>
                <a:off x="4600575" y="4490720"/>
                <a:ext cx="8572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8" name="墨迹 37"/>
              <p14:cNvContentPartPr/>
              <p14:nvPr/>
            </p14:nvContentPartPr>
            <p14:xfrm>
              <a:off x="4605020" y="4514850"/>
              <a:ext cx="147955" cy="19050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9"/>
            </p:blipFill>
            <p:spPr>
              <a:xfrm>
                <a:off x="4605020" y="4514850"/>
                <a:ext cx="14795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9" name="墨迹 38"/>
              <p14:cNvContentPartPr/>
              <p14:nvPr/>
            </p14:nvContentPartPr>
            <p14:xfrm>
              <a:off x="4843145" y="4528820"/>
              <a:ext cx="114300" cy="19558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1"/>
            </p:blipFill>
            <p:spPr>
              <a:xfrm>
                <a:off x="4843145" y="4528820"/>
                <a:ext cx="114300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40" name="墨迹 39"/>
              <p14:cNvContentPartPr/>
              <p14:nvPr/>
            </p14:nvContentPartPr>
            <p14:xfrm>
              <a:off x="5029200" y="4695825"/>
              <a:ext cx="61595" cy="7620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3"/>
            </p:blipFill>
            <p:spPr>
              <a:xfrm>
                <a:off x="5029200" y="4695825"/>
                <a:ext cx="6159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41" name="墨迹 40"/>
              <p14:cNvContentPartPr/>
              <p14:nvPr/>
            </p14:nvContentPartPr>
            <p14:xfrm>
              <a:off x="5086350" y="4448175"/>
              <a:ext cx="161925" cy="32385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5"/>
            </p:blipFill>
            <p:spPr>
              <a:xfrm>
                <a:off x="5086350" y="4448175"/>
                <a:ext cx="161925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42" name="墨迹 41"/>
              <p14:cNvContentPartPr/>
              <p14:nvPr/>
            </p14:nvContentPartPr>
            <p14:xfrm>
              <a:off x="5300345" y="4495800"/>
              <a:ext cx="147955" cy="32385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7"/>
            </p:blipFill>
            <p:spPr>
              <a:xfrm>
                <a:off x="5300345" y="4495800"/>
                <a:ext cx="147955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43" name="墨迹 42"/>
              <p14:cNvContentPartPr/>
              <p14:nvPr/>
            </p14:nvContentPartPr>
            <p14:xfrm>
              <a:off x="5686425" y="4490720"/>
              <a:ext cx="90170" cy="952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9"/>
            </p:blipFill>
            <p:spPr>
              <a:xfrm>
                <a:off x="5686425" y="4490720"/>
                <a:ext cx="9017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44" name="墨迹 43"/>
              <p14:cNvContentPartPr/>
              <p14:nvPr/>
            </p14:nvContentPartPr>
            <p14:xfrm>
              <a:off x="5667375" y="4505325"/>
              <a:ext cx="104775" cy="29972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1"/>
            </p:blipFill>
            <p:spPr>
              <a:xfrm>
                <a:off x="5667375" y="4505325"/>
                <a:ext cx="104775" cy="299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45" name="墨迹 44"/>
              <p14:cNvContentPartPr/>
              <p14:nvPr/>
            </p14:nvContentPartPr>
            <p14:xfrm>
              <a:off x="5810250" y="4528820"/>
              <a:ext cx="114300" cy="18605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3"/>
            </p:blipFill>
            <p:spPr>
              <a:xfrm>
                <a:off x="5810250" y="4528820"/>
                <a:ext cx="114300" cy="1860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6" name="墨迹 45"/>
              <p14:cNvContentPartPr/>
              <p14:nvPr/>
            </p14:nvContentPartPr>
            <p14:xfrm>
              <a:off x="5886450" y="4619625"/>
              <a:ext cx="28575" cy="17589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5"/>
            </p:blipFill>
            <p:spPr>
              <a:xfrm>
                <a:off x="5886450" y="4619625"/>
                <a:ext cx="28575" cy="175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47" name="墨迹 46"/>
              <p14:cNvContentPartPr/>
              <p14:nvPr/>
            </p14:nvContentPartPr>
            <p14:xfrm>
              <a:off x="5953125" y="4791075"/>
              <a:ext cx="13970" cy="7112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87"/>
            </p:blipFill>
            <p:spPr>
              <a:xfrm>
                <a:off x="5953125" y="4791075"/>
                <a:ext cx="13970" cy="71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48" name="墨迹 47"/>
              <p14:cNvContentPartPr/>
              <p14:nvPr/>
            </p14:nvContentPartPr>
            <p14:xfrm>
              <a:off x="6029325" y="4557395"/>
              <a:ext cx="104775" cy="25273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89"/>
            </p:blipFill>
            <p:spPr>
              <a:xfrm>
                <a:off x="6029325" y="4557395"/>
                <a:ext cx="104775" cy="252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49" name="墨迹 48"/>
              <p14:cNvContentPartPr/>
              <p14:nvPr/>
            </p14:nvContentPartPr>
            <p14:xfrm>
              <a:off x="6071870" y="4614545"/>
              <a:ext cx="76200" cy="1905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91"/>
            </p:blipFill>
            <p:spPr>
              <a:xfrm>
                <a:off x="6071870" y="4614545"/>
                <a:ext cx="762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50" name="墨迹 49"/>
              <p14:cNvContentPartPr/>
              <p14:nvPr/>
            </p14:nvContentPartPr>
            <p14:xfrm>
              <a:off x="6205220" y="4514850"/>
              <a:ext cx="167005" cy="43307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93"/>
            </p:blipFill>
            <p:spPr>
              <a:xfrm>
                <a:off x="6205220" y="4514850"/>
                <a:ext cx="167005" cy="433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51" name="墨迹 50"/>
              <p14:cNvContentPartPr/>
              <p14:nvPr/>
            </p14:nvContentPartPr>
            <p14:xfrm>
              <a:off x="4972050" y="3652520"/>
              <a:ext cx="137795" cy="205105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95"/>
            </p:blipFill>
            <p:spPr>
              <a:xfrm>
                <a:off x="4972050" y="3652520"/>
                <a:ext cx="137795" cy="205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52" name="墨迹 51"/>
              <p14:cNvContentPartPr/>
              <p14:nvPr/>
            </p14:nvContentPartPr>
            <p14:xfrm>
              <a:off x="5153025" y="3876675"/>
              <a:ext cx="42545" cy="80645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97"/>
            </p:blipFill>
            <p:spPr>
              <a:xfrm>
                <a:off x="5153025" y="3876675"/>
                <a:ext cx="42545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8" p14:bwMode="auto">
            <p14:nvContentPartPr>
              <p14:cNvPr id="53" name="墨迹 52"/>
              <p14:cNvContentPartPr/>
              <p14:nvPr/>
            </p14:nvContentPartPr>
            <p14:xfrm>
              <a:off x="3433445" y="4366895"/>
              <a:ext cx="176530" cy="508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99"/>
            </p:blipFill>
            <p:spPr>
              <a:xfrm>
                <a:off x="3433445" y="4366895"/>
                <a:ext cx="17653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0" p14:bwMode="auto">
            <p14:nvContentPartPr>
              <p14:cNvPr id="54" name="墨迹 53"/>
              <p14:cNvContentPartPr/>
              <p14:nvPr/>
            </p14:nvContentPartPr>
            <p14:xfrm>
              <a:off x="3395345" y="4376420"/>
              <a:ext cx="167005" cy="39560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101"/>
            </p:blipFill>
            <p:spPr>
              <a:xfrm>
                <a:off x="3395345" y="4376420"/>
                <a:ext cx="167005" cy="395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55" name="墨迹 54"/>
              <p14:cNvContentPartPr/>
              <p14:nvPr/>
            </p14:nvContentPartPr>
            <p14:xfrm>
              <a:off x="4133850" y="4381500"/>
              <a:ext cx="133350" cy="42354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103"/>
            </p:blipFill>
            <p:spPr>
              <a:xfrm>
                <a:off x="4133850" y="4381500"/>
                <a:ext cx="133350" cy="423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56" name="墨迹 55"/>
              <p14:cNvContentPartPr/>
              <p14:nvPr/>
            </p14:nvContentPartPr>
            <p14:xfrm>
              <a:off x="3676650" y="4509770"/>
              <a:ext cx="104775" cy="14287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5"/>
            </p:blipFill>
            <p:spPr>
              <a:xfrm>
                <a:off x="3676650" y="4509770"/>
                <a:ext cx="104775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57" name="墨迹 56"/>
              <p14:cNvContentPartPr/>
              <p14:nvPr/>
            </p14:nvContentPartPr>
            <p14:xfrm>
              <a:off x="3862070" y="4614545"/>
              <a:ext cx="33655" cy="5270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07"/>
            </p:blipFill>
            <p:spPr>
              <a:xfrm>
                <a:off x="3862070" y="4614545"/>
                <a:ext cx="33655" cy="52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58" name="墨迹 57"/>
              <p14:cNvContentPartPr/>
              <p14:nvPr/>
            </p14:nvContentPartPr>
            <p14:xfrm>
              <a:off x="4048125" y="4486275"/>
              <a:ext cx="13970" cy="20955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09"/>
            </p:blipFill>
            <p:spPr>
              <a:xfrm>
                <a:off x="4048125" y="4486275"/>
                <a:ext cx="13970" cy="2095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5020" y="144145"/>
            <a:ext cx="10515600" cy="40665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6172200" y="1943100"/>
              <a:ext cx="161925" cy="2349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6172200" y="1943100"/>
                <a:ext cx="161925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6162675" y="1985645"/>
              <a:ext cx="209550" cy="35750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6162675" y="1985645"/>
                <a:ext cx="209550" cy="357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6538595" y="1895475"/>
              <a:ext cx="257175" cy="21399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6538595" y="1895475"/>
                <a:ext cx="257175" cy="213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6696075" y="1971675"/>
              <a:ext cx="47625" cy="2476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6696075" y="1971675"/>
                <a:ext cx="47625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6852920" y="2195195"/>
              <a:ext cx="38100" cy="7175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6852920" y="2195195"/>
                <a:ext cx="38100" cy="71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7134225" y="1800225"/>
              <a:ext cx="171450" cy="49974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7134225" y="1800225"/>
                <a:ext cx="171450" cy="4997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7372350" y="1885950"/>
              <a:ext cx="223520" cy="4902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7372350" y="1885950"/>
                <a:ext cx="223520" cy="490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5881370" y="2390775"/>
              <a:ext cx="762000" cy="7048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5881370" y="2390775"/>
                <a:ext cx="762000" cy="704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6934200" y="2371725"/>
              <a:ext cx="19050" cy="67119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6934200" y="2371725"/>
                <a:ext cx="19050" cy="671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7239000" y="2352675"/>
              <a:ext cx="1085850" cy="70929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7239000" y="2352675"/>
                <a:ext cx="1085850" cy="709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4762500" y="3086100"/>
              <a:ext cx="200025" cy="190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4762500" y="3086100"/>
                <a:ext cx="200025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4795520" y="3109595"/>
              <a:ext cx="147955" cy="28575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4795520" y="3109595"/>
                <a:ext cx="147955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墨迹 16"/>
              <p14:cNvContentPartPr/>
              <p14:nvPr/>
            </p14:nvContentPartPr>
            <p14:xfrm>
              <a:off x="5038725" y="3095625"/>
              <a:ext cx="71120" cy="27622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7"/>
            </p:blipFill>
            <p:spPr>
              <a:xfrm>
                <a:off x="5038725" y="3095625"/>
                <a:ext cx="71120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墨迹 17"/>
              <p14:cNvContentPartPr/>
              <p14:nvPr/>
            </p14:nvContentPartPr>
            <p14:xfrm>
              <a:off x="5172075" y="3314700"/>
              <a:ext cx="4445" cy="8064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9"/>
            </p:blipFill>
            <p:spPr>
              <a:xfrm>
                <a:off x="5172075" y="3314700"/>
                <a:ext cx="4445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墨迹 18"/>
              <p14:cNvContentPartPr/>
              <p14:nvPr/>
            </p14:nvContentPartPr>
            <p14:xfrm>
              <a:off x="5267325" y="3195320"/>
              <a:ext cx="90170" cy="20510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1"/>
            </p:blipFill>
            <p:spPr>
              <a:xfrm>
                <a:off x="5267325" y="3195320"/>
                <a:ext cx="90170" cy="205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墨迹 19"/>
              <p14:cNvContentPartPr/>
              <p14:nvPr/>
            </p14:nvContentPartPr>
            <p14:xfrm>
              <a:off x="5395595" y="3385820"/>
              <a:ext cx="360" cy="8128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3"/>
            </p:blipFill>
            <p:spPr>
              <a:xfrm>
                <a:off x="5395595" y="3385820"/>
                <a:ext cx="360" cy="81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墨迹 20"/>
              <p14:cNvContentPartPr/>
              <p14:nvPr/>
            </p14:nvContentPartPr>
            <p14:xfrm>
              <a:off x="5557520" y="3176270"/>
              <a:ext cx="123825" cy="29083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5"/>
            </p:blipFill>
            <p:spPr>
              <a:xfrm>
                <a:off x="5557520" y="3176270"/>
                <a:ext cx="123825" cy="290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墨迹 21"/>
              <p14:cNvContentPartPr/>
              <p14:nvPr/>
            </p14:nvContentPartPr>
            <p14:xfrm>
              <a:off x="5800725" y="3157220"/>
              <a:ext cx="142875" cy="4000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7"/>
            </p:blipFill>
            <p:spPr>
              <a:xfrm>
                <a:off x="5800725" y="3157220"/>
                <a:ext cx="142875" cy="400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墨迹 22"/>
              <p14:cNvContentPartPr/>
              <p14:nvPr/>
            </p14:nvContentPartPr>
            <p14:xfrm>
              <a:off x="6619875" y="3157220"/>
              <a:ext cx="114300" cy="952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9"/>
            </p:blipFill>
            <p:spPr>
              <a:xfrm>
                <a:off x="6619875" y="3157220"/>
                <a:ext cx="11430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墨迹 23"/>
              <p14:cNvContentPartPr/>
              <p14:nvPr/>
            </p14:nvContentPartPr>
            <p14:xfrm>
              <a:off x="6515100" y="3190875"/>
              <a:ext cx="161925" cy="29019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1"/>
            </p:blipFill>
            <p:spPr>
              <a:xfrm>
                <a:off x="6515100" y="3190875"/>
                <a:ext cx="161925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5" name="墨迹 24"/>
              <p14:cNvContentPartPr/>
              <p14:nvPr/>
            </p14:nvContentPartPr>
            <p14:xfrm>
              <a:off x="6757670" y="3209925"/>
              <a:ext cx="228600" cy="20955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3"/>
            </p:blipFill>
            <p:spPr>
              <a:xfrm>
                <a:off x="6757670" y="3209925"/>
                <a:ext cx="228600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6" name="墨迹 25"/>
              <p14:cNvContentPartPr/>
              <p14:nvPr/>
            </p14:nvContentPartPr>
            <p14:xfrm>
              <a:off x="6871970" y="3261995"/>
              <a:ext cx="47625" cy="29083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5"/>
            </p:blipFill>
            <p:spPr>
              <a:xfrm>
                <a:off x="6871970" y="3261995"/>
                <a:ext cx="47625" cy="290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7" name="墨迹 26"/>
              <p14:cNvContentPartPr/>
              <p14:nvPr/>
            </p14:nvContentPartPr>
            <p14:xfrm>
              <a:off x="6967220" y="3481070"/>
              <a:ext cx="52705" cy="7175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7"/>
            </p:blipFill>
            <p:spPr>
              <a:xfrm>
                <a:off x="6967220" y="3481070"/>
                <a:ext cx="52705" cy="71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8" name="墨迹 27"/>
              <p14:cNvContentPartPr/>
              <p14:nvPr/>
            </p14:nvContentPartPr>
            <p14:xfrm>
              <a:off x="7119620" y="3176270"/>
              <a:ext cx="119380" cy="32385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9"/>
            </p:blipFill>
            <p:spPr>
              <a:xfrm>
                <a:off x="7119620" y="3176270"/>
                <a:ext cx="119380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9" name="墨迹 28"/>
              <p14:cNvContentPartPr/>
              <p14:nvPr/>
            </p14:nvContentPartPr>
            <p14:xfrm>
              <a:off x="7153275" y="3267075"/>
              <a:ext cx="80645" cy="1397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1"/>
            </p:blipFill>
            <p:spPr>
              <a:xfrm>
                <a:off x="7153275" y="3267075"/>
                <a:ext cx="8064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0" name="墨迹 29"/>
              <p14:cNvContentPartPr/>
              <p14:nvPr/>
            </p14:nvContentPartPr>
            <p14:xfrm>
              <a:off x="7291070" y="3195320"/>
              <a:ext cx="85725" cy="42418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3"/>
            </p:blipFill>
            <p:spPr>
              <a:xfrm>
                <a:off x="7291070" y="3195320"/>
                <a:ext cx="85725" cy="424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1" name="墨迹 30"/>
              <p14:cNvContentPartPr/>
              <p14:nvPr/>
            </p14:nvContentPartPr>
            <p14:xfrm>
              <a:off x="7886700" y="3133725"/>
              <a:ext cx="166370" cy="1905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5"/>
            </p:blipFill>
            <p:spPr>
              <a:xfrm>
                <a:off x="7886700" y="3133725"/>
                <a:ext cx="16637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2" name="墨迹 31"/>
              <p14:cNvContentPartPr/>
              <p14:nvPr/>
            </p14:nvContentPartPr>
            <p14:xfrm>
              <a:off x="7924800" y="3162300"/>
              <a:ext cx="76200" cy="27114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7"/>
            </p:blipFill>
            <p:spPr>
              <a:xfrm>
                <a:off x="7924800" y="3162300"/>
                <a:ext cx="76200" cy="271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3" name="墨迹 32"/>
              <p14:cNvContentPartPr/>
              <p14:nvPr/>
            </p14:nvContentPartPr>
            <p14:xfrm>
              <a:off x="7972425" y="3419475"/>
              <a:ext cx="85725" cy="952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9"/>
            </p:blipFill>
            <p:spPr>
              <a:xfrm>
                <a:off x="7972425" y="3419475"/>
                <a:ext cx="8572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4" name="墨迹 33"/>
              <p14:cNvContentPartPr/>
              <p14:nvPr/>
            </p14:nvContentPartPr>
            <p14:xfrm>
              <a:off x="8157845" y="3071495"/>
              <a:ext cx="171450" cy="39052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1"/>
            </p:blipFill>
            <p:spPr>
              <a:xfrm>
                <a:off x="8157845" y="3071495"/>
                <a:ext cx="171450" cy="390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5" name="墨迹 34"/>
              <p14:cNvContentPartPr/>
              <p14:nvPr/>
            </p14:nvContentPartPr>
            <p14:xfrm>
              <a:off x="8458200" y="3414395"/>
              <a:ext cx="61595" cy="8128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3"/>
            </p:blipFill>
            <p:spPr>
              <a:xfrm>
                <a:off x="8458200" y="3414395"/>
                <a:ext cx="61595" cy="81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6" name="墨迹 35"/>
              <p14:cNvContentPartPr/>
              <p14:nvPr/>
            </p14:nvContentPartPr>
            <p14:xfrm>
              <a:off x="8553450" y="3157220"/>
              <a:ext cx="171450" cy="35242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5"/>
            </p:blipFill>
            <p:spPr>
              <a:xfrm>
                <a:off x="8553450" y="3157220"/>
                <a:ext cx="171450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7" name="墨迹 36"/>
              <p14:cNvContentPartPr/>
              <p14:nvPr/>
            </p14:nvContentPartPr>
            <p14:xfrm>
              <a:off x="8834120" y="3429000"/>
              <a:ext cx="33655" cy="3302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7"/>
            </p:blipFill>
            <p:spPr>
              <a:xfrm>
                <a:off x="8834120" y="3429000"/>
                <a:ext cx="3365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8" name="墨迹 37"/>
              <p14:cNvContentPartPr/>
              <p14:nvPr/>
            </p14:nvContentPartPr>
            <p14:xfrm>
              <a:off x="8938895" y="3143250"/>
              <a:ext cx="186055" cy="37592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9"/>
            </p:blipFill>
            <p:spPr>
              <a:xfrm>
                <a:off x="8938895" y="3143250"/>
                <a:ext cx="186055" cy="375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9" name="墨迹 38"/>
              <p14:cNvContentPartPr/>
              <p14:nvPr/>
            </p14:nvContentPartPr>
            <p14:xfrm>
              <a:off x="9138920" y="3119120"/>
              <a:ext cx="161925" cy="38100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1"/>
            </p:blipFill>
            <p:spPr>
              <a:xfrm>
                <a:off x="9138920" y="3119120"/>
                <a:ext cx="161925" cy="381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HW3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6890" y="194945"/>
            <a:ext cx="7803515" cy="43516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8653145" y="1752600"/>
              <a:ext cx="109855" cy="17589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8653145" y="1752600"/>
                <a:ext cx="109855" cy="175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8434070" y="1604645"/>
              <a:ext cx="561975" cy="45275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8434070" y="1604645"/>
                <a:ext cx="561975" cy="452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8105775" y="2023745"/>
              <a:ext cx="542925" cy="44323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8105775" y="2023745"/>
                <a:ext cx="542925" cy="443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7943850" y="2533650"/>
              <a:ext cx="128270" cy="14732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7943850" y="2533650"/>
                <a:ext cx="128270" cy="147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7995920" y="2609850"/>
              <a:ext cx="47625" cy="16637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7995920" y="2609850"/>
                <a:ext cx="47625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7824470" y="2447925"/>
              <a:ext cx="462280" cy="43307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7824470" y="2447925"/>
                <a:ext cx="462280" cy="433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8824595" y="2009775"/>
              <a:ext cx="990600" cy="57594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8824595" y="2009775"/>
                <a:ext cx="990600" cy="575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9977120" y="2528570"/>
              <a:ext cx="24130" cy="24320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9977120" y="2528570"/>
                <a:ext cx="24130" cy="243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10072370" y="2552700"/>
              <a:ext cx="28575" cy="25209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10072370" y="2552700"/>
                <a:ext cx="28575" cy="252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9796145" y="2438400"/>
              <a:ext cx="533400" cy="51879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9796145" y="2438400"/>
                <a:ext cx="533400" cy="518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9620250" y="2957195"/>
              <a:ext cx="375920" cy="50038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9620250" y="2957195"/>
                <a:ext cx="375920" cy="500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9486900" y="3557270"/>
              <a:ext cx="13970" cy="25717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9486900" y="3557270"/>
                <a:ext cx="1397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墨迹 16"/>
              <p14:cNvContentPartPr/>
              <p14:nvPr/>
            </p14:nvContentPartPr>
            <p14:xfrm>
              <a:off x="9610725" y="3528695"/>
              <a:ext cx="175895" cy="22860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7"/>
            </p:blipFill>
            <p:spPr>
              <a:xfrm>
                <a:off x="9610725" y="3528695"/>
                <a:ext cx="175895" cy="228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墨迹 17"/>
              <p14:cNvContentPartPr/>
              <p14:nvPr/>
            </p14:nvContentPartPr>
            <p14:xfrm>
              <a:off x="9367520" y="3400425"/>
              <a:ext cx="647700" cy="54737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9"/>
            </p:blipFill>
            <p:spPr>
              <a:xfrm>
                <a:off x="9367520" y="3400425"/>
                <a:ext cx="647700" cy="547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墨迹 18"/>
              <p14:cNvContentPartPr/>
              <p14:nvPr/>
            </p14:nvContentPartPr>
            <p14:xfrm>
              <a:off x="10215245" y="2886075"/>
              <a:ext cx="552450" cy="5143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1"/>
            </p:blipFill>
            <p:spPr>
              <a:xfrm>
                <a:off x="10215245" y="2886075"/>
                <a:ext cx="552450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墨迹 19"/>
              <p14:cNvContentPartPr/>
              <p14:nvPr/>
            </p14:nvContentPartPr>
            <p14:xfrm>
              <a:off x="10677525" y="3566795"/>
              <a:ext cx="38100" cy="19050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3"/>
            </p:blipFill>
            <p:spPr>
              <a:xfrm>
                <a:off x="10677525" y="3566795"/>
                <a:ext cx="3810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墨迹 20"/>
              <p14:cNvContentPartPr/>
              <p14:nvPr/>
            </p14:nvContentPartPr>
            <p14:xfrm>
              <a:off x="10824845" y="3471545"/>
              <a:ext cx="133350" cy="29083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5"/>
            </p:blipFill>
            <p:spPr>
              <a:xfrm>
                <a:off x="10824845" y="3471545"/>
                <a:ext cx="133350" cy="290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墨迹 21"/>
              <p14:cNvContentPartPr/>
              <p14:nvPr/>
            </p14:nvContentPartPr>
            <p14:xfrm>
              <a:off x="10591800" y="3328670"/>
              <a:ext cx="533400" cy="49530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7"/>
            </p:blipFill>
            <p:spPr>
              <a:xfrm>
                <a:off x="10591800" y="3328670"/>
                <a:ext cx="533400" cy="495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墨迹 22"/>
              <p14:cNvContentPartPr/>
              <p14:nvPr/>
            </p14:nvContentPartPr>
            <p14:xfrm>
              <a:off x="10472420" y="3876675"/>
              <a:ext cx="290830" cy="30924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9"/>
            </p:blipFill>
            <p:spPr>
              <a:xfrm>
                <a:off x="10472420" y="3876675"/>
                <a:ext cx="290830" cy="309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墨迹 23"/>
              <p14:cNvContentPartPr/>
              <p14:nvPr/>
            </p14:nvContentPartPr>
            <p14:xfrm>
              <a:off x="10372725" y="4300220"/>
              <a:ext cx="28575" cy="20002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1"/>
            </p:blipFill>
            <p:spPr>
              <a:xfrm>
                <a:off x="10372725" y="4300220"/>
                <a:ext cx="28575" cy="200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5" name="墨迹 24"/>
              <p14:cNvContentPartPr/>
              <p14:nvPr/>
            </p14:nvContentPartPr>
            <p14:xfrm>
              <a:off x="10443845" y="4276725"/>
              <a:ext cx="104775" cy="21907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3"/>
            </p:blipFill>
            <p:spPr>
              <a:xfrm>
                <a:off x="10443845" y="4276725"/>
                <a:ext cx="104775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6" name="墨迹 25"/>
              <p14:cNvContentPartPr/>
              <p14:nvPr/>
            </p14:nvContentPartPr>
            <p14:xfrm>
              <a:off x="10277475" y="4210050"/>
              <a:ext cx="390525" cy="42354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5"/>
            </p:blipFill>
            <p:spPr>
              <a:xfrm>
                <a:off x="10277475" y="4210050"/>
                <a:ext cx="390525" cy="423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7" name="墨迹 26"/>
              <p14:cNvContentPartPr/>
              <p14:nvPr/>
            </p14:nvContentPartPr>
            <p14:xfrm>
              <a:off x="7310120" y="2876550"/>
              <a:ext cx="586105" cy="49530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7"/>
            </p:blipFill>
            <p:spPr>
              <a:xfrm>
                <a:off x="7310120" y="2876550"/>
                <a:ext cx="586105" cy="495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8" name="墨迹 27"/>
              <p14:cNvContentPartPr/>
              <p14:nvPr/>
            </p14:nvContentPartPr>
            <p14:xfrm>
              <a:off x="8053070" y="2867025"/>
              <a:ext cx="447675" cy="55689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9"/>
            </p:blipFill>
            <p:spPr>
              <a:xfrm>
                <a:off x="8053070" y="2867025"/>
                <a:ext cx="447675" cy="556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9" name="墨迹 28"/>
              <p14:cNvContentPartPr/>
              <p14:nvPr/>
            </p14:nvContentPartPr>
            <p14:xfrm>
              <a:off x="7024370" y="3462020"/>
              <a:ext cx="186055" cy="27622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1"/>
            </p:blipFill>
            <p:spPr>
              <a:xfrm>
                <a:off x="7024370" y="3462020"/>
                <a:ext cx="186055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0" name="墨迹 29"/>
              <p14:cNvContentPartPr/>
              <p14:nvPr/>
            </p14:nvContentPartPr>
            <p14:xfrm>
              <a:off x="6871970" y="3328670"/>
              <a:ext cx="481330" cy="43370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3"/>
            </p:blipFill>
            <p:spPr>
              <a:xfrm>
                <a:off x="6871970" y="3328670"/>
                <a:ext cx="481330" cy="433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1" name="墨迹 30"/>
              <p14:cNvContentPartPr/>
              <p14:nvPr/>
            </p14:nvContentPartPr>
            <p14:xfrm>
              <a:off x="8486775" y="3490595"/>
              <a:ext cx="95250" cy="22860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5"/>
            </p:blipFill>
            <p:spPr>
              <a:xfrm>
                <a:off x="8486775" y="3490595"/>
                <a:ext cx="95250" cy="228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2" name="墨迹 31"/>
              <p14:cNvContentPartPr/>
              <p14:nvPr/>
            </p14:nvContentPartPr>
            <p14:xfrm>
              <a:off x="8591550" y="3528695"/>
              <a:ext cx="38100" cy="952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7"/>
            </p:blipFill>
            <p:spPr>
              <a:xfrm>
                <a:off x="8591550" y="3528695"/>
                <a:ext cx="3810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3" name="墨迹 32"/>
              <p14:cNvContentPartPr/>
              <p14:nvPr/>
            </p14:nvContentPartPr>
            <p14:xfrm>
              <a:off x="8562975" y="3524250"/>
              <a:ext cx="61595" cy="1397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9"/>
            </p:blipFill>
            <p:spPr>
              <a:xfrm>
                <a:off x="8562975" y="3524250"/>
                <a:ext cx="6159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4" name="墨迹 33"/>
              <p14:cNvContentPartPr/>
              <p14:nvPr/>
            </p14:nvContentPartPr>
            <p14:xfrm>
              <a:off x="8395970" y="3438525"/>
              <a:ext cx="361950" cy="33782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1"/>
            </p:blipFill>
            <p:spPr>
              <a:xfrm>
                <a:off x="8395970" y="3438525"/>
                <a:ext cx="361950" cy="337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5" name="墨迹 34"/>
              <p14:cNvContentPartPr/>
              <p14:nvPr/>
            </p14:nvContentPartPr>
            <p14:xfrm>
              <a:off x="8277225" y="3771900"/>
              <a:ext cx="271145" cy="38544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3"/>
            </p:blipFill>
            <p:spPr>
              <a:xfrm>
                <a:off x="8277225" y="3771900"/>
                <a:ext cx="271145" cy="385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6" name="墨迹 35"/>
              <p14:cNvContentPartPr/>
              <p14:nvPr/>
            </p14:nvContentPartPr>
            <p14:xfrm>
              <a:off x="8205470" y="4243070"/>
              <a:ext cx="157480" cy="21907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5"/>
            </p:blipFill>
            <p:spPr>
              <a:xfrm>
                <a:off x="8205470" y="4243070"/>
                <a:ext cx="157480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7" name="墨迹 36"/>
              <p14:cNvContentPartPr/>
              <p14:nvPr/>
            </p14:nvContentPartPr>
            <p14:xfrm>
              <a:off x="8034020" y="4200525"/>
              <a:ext cx="504825" cy="31432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7"/>
            </p:blipFill>
            <p:spPr>
              <a:xfrm>
                <a:off x="8034020" y="4200525"/>
                <a:ext cx="504825" cy="314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8" name="墨迹 37"/>
              <p14:cNvContentPartPr/>
              <p14:nvPr/>
            </p14:nvContentPartPr>
            <p14:xfrm>
              <a:off x="7853045" y="4581525"/>
              <a:ext cx="319405" cy="39052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9"/>
            </p:blipFill>
            <p:spPr>
              <a:xfrm>
                <a:off x="7853045" y="4581525"/>
                <a:ext cx="319405" cy="390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9" name="墨迹 38"/>
              <p14:cNvContentPartPr/>
              <p14:nvPr/>
            </p14:nvContentPartPr>
            <p14:xfrm>
              <a:off x="7691120" y="5105400"/>
              <a:ext cx="71755" cy="25717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1"/>
            </p:blipFill>
            <p:spPr>
              <a:xfrm>
                <a:off x="7691120" y="5105400"/>
                <a:ext cx="7175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40" name="墨迹 39"/>
              <p14:cNvContentPartPr/>
              <p14:nvPr/>
            </p14:nvContentPartPr>
            <p14:xfrm>
              <a:off x="7853045" y="5071745"/>
              <a:ext cx="119380" cy="243205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3"/>
            </p:blipFill>
            <p:spPr>
              <a:xfrm>
                <a:off x="7853045" y="5071745"/>
                <a:ext cx="119380" cy="243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41" name="墨迹 40"/>
              <p14:cNvContentPartPr/>
              <p14:nvPr/>
            </p14:nvContentPartPr>
            <p14:xfrm>
              <a:off x="7948295" y="5081270"/>
              <a:ext cx="95250" cy="1460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5"/>
            </p:blipFill>
            <p:spPr>
              <a:xfrm>
                <a:off x="7948295" y="5081270"/>
                <a:ext cx="9525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42" name="墨迹 41"/>
              <p14:cNvContentPartPr/>
              <p14:nvPr/>
            </p14:nvContentPartPr>
            <p14:xfrm>
              <a:off x="7486650" y="4962525"/>
              <a:ext cx="647700" cy="53340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7"/>
            </p:blipFill>
            <p:spPr>
              <a:xfrm>
                <a:off x="7486650" y="4962525"/>
                <a:ext cx="647700" cy="533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43" name="墨迹 42"/>
              <p14:cNvContentPartPr/>
              <p14:nvPr/>
            </p14:nvContentPartPr>
            <p14:xfrm>
              <a:off x="8662670" y="3757295"/>
              <a:ext cx="504825" cy="58102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9"/>
            </p:blipFill>
            <p:spPr>
              <a:xfrm>
                <a:off x="8662670" y="3757295"/>
                <a:ext cx="504825" cy="581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44" name="墨迹 43"/>
              <p14:cNvContentPartPr/>
              <p14:nvPr/>
            </p14:nvContentPartPr>
            <p14:xfrm>
              <a:off x="9248775" y="4238625"/>
              <a:ext cx="118745" cy="22352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1"/>
            </p:blipFill>
            <p:spPr>
              <a:xfrm>
                <a:off x="9248775" y="4238625"/>
                <a:ext cx="118745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45" name="墨迹 44"/>
              <p14:cNvContentPartPr/>
              <p14:nvPr/>
            </p14:nvContentPartPr>
            <p14:xfrm>
              <a:off x="9015095" y="4157345"/>
              <a:ext cx="490855" cy="40957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3"/>
            </p:blipFill>
            <p:spPr>
              <a:xfrm>
                <a:off x="9015095" y="4157345"/>
                <a:ext cx="490855" cy="409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6" name="墨迹 45"/>
              <p14:cNvContentPartPr/>
              <p14:nvPr/>
            </p14:nvContentPartPr>
            <p14:xfrm>
              <a:off x="9005570" y="4572000"/>
              <a:ext cx="257175" cy="38544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5"/>
            </p:blipFill>
            <p:spPr>
              <a:xfrm>
                <a:off x="9005570" y="4572000"/>
                <a:ext cx="257175" cy="385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47" name="墨迹 46"/>
              <p14:cNvContentPartPr/>
              <p14:nvPr/>
            </p14:nvContentPartPr>
            <p14:xfrm>
              <a:off x="8900795" y="5005070"/>
              <a:ext cx="24130" cy="21907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87"/>
            </p:blipFill>
            <p:spPr>
              <a:xfrm>
                <a:off x="8900795" y="5005070"/>
                <a:ext cx="24130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48" name="墨迹 47"/>
              <p14:cNvContentPartPr/>
              <p14:nvPr/>
            </p14:nvContentPartPr>
            <p14:xfrm>
              <a:off x="8972550" y="5005070"/>
              <a:ext cx="57150" cy="20002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89"/>
            </p:blipFill>
            <p:spPr>
              <a:xfrm>
                <a:off x="8972550" y="5005070"/>
                <a:ext cx="57150" cy="200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49" name="墨迹 48"/>
              <p14:cNvContentPartPr/>
              <p14:nvPr/>
            </p14:nvContentPartPr>
            <p14:xfrm>
              <a:off x="8753475" y="4843145"/>
              <a:ext cx="404495" cy="42418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91"/>
            </p:blipFill>
            <p:spPr>
              <a:xfrm>
                <a:off x="8753475" y="4843145"/>
                <a:ext cx="404495" cy="424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50" name="墨迹 49"/>
              <p14:cNvContentPartPr/>
              <p14:nvPr/>
            </p14:nvContentPartPr>
            <p14:xfrm>
              <a:off x="8658225" y="5347970"/>
              <a:ext cx="233045" cy="37655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93"/>
            </p:blipFill>
            <p:spPr>
              <a:xfrm>
                <a:off x="8658225" y="5347970"/>
                <a:ext cx="233045" cy="3765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51" name="墨迹 50"/>
              <p14:cNvContentPartPr/>
              <p14:nvPr/>
            </p14:nvContentPartPr>
            <p14:xfrm>
              <a:off x="8453120" y="5800725"/>
              <a:ext cx="167005" cy="16637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95"/>
            </p:blipFill>
            <p:spPr>
              <a:xfrm>
                <a:off x="8453120" y="5800725"/>
                <a:ext cx="167005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52" name="墨迹 51"/>
              <p14:cNvContentPartPr/>
              <p14:nvPr/>
            </p14:nvContentPartPr>
            <p14:xfrm>
              <a:off x="8658225" y="5814695"/>
              <a:ext cx="9525" cy="19558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97"/>
            </p:blipFill>
            <p:spPr>
              <a:xfrm>
                <a:off x="8658225" y="5814695"/>
                <a:ext cx="9525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8" p14:bwMode="auto">
            <p14:nvContentPartPr>
              <p14:cNvPr id="53" name="墨迹 52"/>
              <p14:cNvContentPartPr/>
              <p14:nvPr/>
            </p14:nvContentPartPr>
            <p14:xfrm>
              <a:off x="8405495" y="5681345"/>
              <a:ext cx="424180" cy="409575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99"/>
            </p:blipFill>
            <p:spPr>
              <a:xfrm>
                <a:off x="8405495" y="5681345"/>
                <a:ext cx="424180" cy="409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0" p14:bwMode="auto">
            <p14:nvContentPartPr>
              <p14:cNvPr id="54" name="墨迹 53"/>
              <p14:cNvContentPartPr/>
              <p14:nvPr/>
            </p14:nvContentPartPr>
            <p14:xfrm>
              <a:off x="6257925" y="3719195"/>
              <a:ext cx="685800" cy="50038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101"/>
            </p:blipFill>
            <p:spPr>
              <a:xfrm>
                <a:off x="6257925" y="3719195"/>
                <a:ext cx="685800" cy="500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55" name="墨迹 54"/>
              <p14:cNvContentPartPr/>
              <p14:nvPr/>
            </p14:nvContentPartPr>
            <p14:xfrm>
              <a:off x="6081395" y="4352925"/>
              <a:ext cx="9525" cy="18097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103"/>
            </p:blipFill>
            <p:spPr>
              <a:xfrm>
                <a:off x="6081395" y="4352925"/>
                <a:ext cx="952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56" name="墨迹 55"/>
              <p14:cNvContentPartPr/>
              <p14:nvPr/>
            </p14:nvContentPartPr>
            <p14:xfrm>
              <a:off x="6105525" y="4328795"/>
              <a:ext cx="185420" cy="214630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5"/>
            </p:blipFill>
            <p:spPr>
              <a:xfrm>
                <a:off x="6105525" y="4328795"/>
                <a:ext cx="185420" cy="214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57" name="墨迹 56"/>
              <p14:cNvContentPartPr/>
              <p14:nvPr/>
            </p14:nvContentPartPr>
            <p14:xfrm>
              <a:off x="5981700" y="4204970"/>
              <a:ext cx="366395" cy="42862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07"/>
            </p:blipFill>
            <p:spPr>
              <a:xfrm>
                <a:off x="5981700" y="4204970"/>
                <a:ext cx="366395" cy="428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58" name="墨迹 57"/>
              <p14:cNvContentPartPr/>
              <p14:nvPr/>
            </p14:nvContentPartPr>
            <p14:xfrm>
              <a:off x="7110095" y="3771900"/>
              <a:ext cx="266700" cy="41402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09"/>
            </p:blipFill>
            <p:spPr>
              <a:xfrm>
                <a:off x="7110095" y="3771900"/>
                <a:ext cx="266700" cy="414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59" name="墨迹 58"/>
              <p14:cNvContentPartPr/>
              <p14:nvPr/>
            </p14:nvContentPartPr>
            <p14:xfrm>
              <a:off x="7229475" y="4309745"/>
              <a:ext cx="52070" cy="247650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11"/>
            </p:blipFill>
            <p:spPr>
              <a:xfrm>
                <a:off x="7229475" y="4309745"/>
                <a:ext cx="5207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60" name="墨迹 59"/>
              <p14:cNvContentPartPr/>
              <p14:nvPr/>
            </p14:nvContentPartPr>
            <p14:xfrm>
              <a:off x="7291070" y="4400550"/>
              <a:ext cx="195580" cy="10922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113"/>
            </p:blipFill>
            <p:spPr>
              <a:xfrm>
                <a:off x="7291070" y="4400550"/>
                <a:ext cx="195580" cy="109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61" name="墨迹 60"/>
              <p14:cNvContentPartPr/>
              <p14:nvPr/>
            </p14:nvContentPartPr>
            <p14:xfrm>
              <a:off x="7105650" y="4238625"/>
              <a:ext cx="575945" cy="38100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115"/>
            </p:blipFill>
            <p:spPr>
              <a:xfrm>
                <a:off x="7105650" y="4238625"/>
                <a:ext cx="575945" cy="381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6" p14:bwMode="auto">
            <p14:nvContentPartPr>
              <p14:cNvPr id="62" name="墨迹 61"/>
              <p14:cNvContentPartPr/>
              <p14:nvPr/>
            </p14:nvContentPartPr>
            <p14:xfrm>
              <a:off x="5953125" y="4657725"/>
              <a:ext cx="185420" cy="333375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17"/>
            </p:blipFill>
            <p:spPr>
              <a:xfrm>
                <a:off x="5953125" y="4657725"/>
                <a:ext cx="185420" cy="333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8" p14:bwMode="auto">
            <p14:nvContentPartPr>
              <p14:cNvPr id="63" name="墨迹 62"/>
              <p14:cNvContentPartPr/>
              <p14:nvPr/>
            </p14:nvContentPartPr>
            <p14:xfrm>
              <a:off x="5814695" y="5090795"/>
              <a:ext cx="114300" cy="25273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19"/>
            </p:blipFill>
            <p:spPr>
              <a:xfrm>
                <a:off x="5814695" y="5090795"/>
                <a:ext cx="114300" cy="252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0" p14:bwMode="auto">
            <p14:nvContentPartPr>
              <p14:cNvPr id="64" name="墨迹 63"/>
              <p14:cNvContentPartPr/>
              <p14:nvPr/>
            </p14:nvContentPartPr>
            <p14:xfrm>
              <a:off x="5981700" y="5138420"/>
              <a:ext cx="4445" cy="14287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21"/>
            </p:blipFill>
            <p:spPr>
              <a:xfrm>
                <a:off x="5981700" y="5138420"/>
                <a:ext cx="4445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2" p14:bwMode="auto">
            <p14:nvContentPartPr>
              <p14:cNvPr id="65" name="墨迹 64"/>
              <p14:cNvContentPartPr/>
              <p14:nvPr/>
            </p14:nvContentPartPr>
            <p14:xfrm>
              <a:off x="5757545" y="4976495"/>
              <a:ext cx="424180" cy="44323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23"/>
            </p:blipFill>
            <p:spPr>
              <a:xfrm>
                <a:off x="5757545" y="4976495"/>
                <a:ext cx="424180" cy="44323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宽屏</PresentationFormat>
  <Paragraphs>13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-apple-system</vt:lpstr>
      <vt:lpstr>Segoe Print</vt:lpstr>
      <vt:lpstr>Calibri</vt:lpstr>
      <vt:lpstr>微软雅黑</vt:lpstr>
      <vt:lpstr>Arial Unicode MS</vt:lpstr>
      <vt:lpstr>WPS</vt:lpstr>
      <vt:lpstr>PowerPoint 演示文稿</vt:lpstr>
      <vt:lpstr>HW2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Alan233</dc:creator>
  <cp:lastModifiedBy>周转</cp:lastModifiedBy>
  <cp:revision>13</cp:revision>
  <dcterms:created xsi:type="dcterms:W3CDTF">2023-08-09T12:44:00Z</dcterms:created>
  <dcterms:modified xsi:type="dcterms:W3CDTF">2025-10-03T14:42:36Z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